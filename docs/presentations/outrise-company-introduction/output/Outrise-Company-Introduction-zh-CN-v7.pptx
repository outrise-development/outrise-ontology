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Default Extension="fntdata" ContentType="application/x-fontdata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e31b3923f544c13" /><Relationship Type="http://schemas.openxmlformats.org/officeDocument/2006/relationships/extended-properties" Target="/docProps/app.xml" Id="R1a4031ff90e44f25" /><Relationship Type="http://schemas.openxmlformats.org/officeDocument/2006/relationships/officeDocument" Target="/ppt/presentation.xml" Id="Rba523c62435e4669" /></Relationships>
</file>

<file path=ppt/presentation.xml><?xml version="1.0" encoding="utf-8"?>
<p:presentation xmlns:p="http://schemas.openxmlformats.org/presentationml/2006/main" xmlns:r="http://schemas.openxmlformats.org/officeDocument/2006/relationships" embedTrueTypeFonts="1" saveSubsetFonts="0">
  <p:sldMasterIdLst>
    <p:sldMasterId xmlns:r="http://schemas.openxmlformats.org/officeDocument/2006/relationships" id="2147483648" r:id="Rf046e7e4ba954d47"/>
  </p:sldMasterIdLst>
  <p:notesMasterIdLst>
    <p:notesMasterId xmlns:r="http://schemas.openxmlformats.org/officeDocument/2006/relationships" r:id="R137484f925644912"/>
  </p:notesMasterIdLst>
  <p:sldIdLst>
    <p:sldId xmlns:r="http://schemas.openxmlformats.org/officeDocument/2006/relationships" id="256" r:id="Rb83b35c8f3e9494c"/>
    <p:sldId xmlns:r="http://schemas.openxmlformats.org/officeDocument/2006/relationships" id="257" r:id="R83a535bbc95c4fab"/>
    <p:sldId xmlns:r="http://schemas.openxmlformats.org/officeDocument/2006/relationships" id="258" r:id="R3f368b7277b1432e"/>
    <p:sldId xmlns:r="http://schemas.openxmlformats.org/officeDocument/2006/relationships" id="259" r:id="R614a31e0b0a44b08"/>
    <p:sldId xmlns:r="http://schemas.openxmlformats.org/officeDocument/2006/relationships" id="260" r:id="Rcad3b32324e740f5"/>
    <p:sldId xmlns:r="http://schemas.openxmlformats.org/officeDocument/2006/relationships" id="261" r:id="Rc3c09447af824a5f"/>
    <p:sldId xmlns:r="http://schemas.openxmlformats.org/officeDocument/2006/relationships" id="262" r:id="Rd2baf1138b254ed6"/>
    <p:sldId xmlns:r="http://schemas.openxmlformats.org/officeDocument/2006/relationships" id="263" r:id="Rbe96a9998abb4867"/>
    <p:sldId xmlns:r="http://schemas.openxmlformats.org/officeDocument/2006/relationships" id="264" r:id="R1eb476d535ce457d"/>
    <p:sldId xmlns:r="http://schemas.openxmlformats.org/officeDocument/2006/relationships" id="265" r:id="Raba7211ff7c241a0"/>
    <p:sldId xmlns:r="http://schemas.openxmlformats.org/officeDocument/2006/relationships" id="266" r:id="R62362985863a4481"/>
    <p:sldId xmlns:r="http://schemas.openxmlformats.org/officeDocument/2006/relationships" id="267" r:id="R3cee0d8663e14e35"/>
    <p:sldId xmlns:r="http://schemas.openxmlformats.org/officeDocument/2006/relationships" id="268" r:id="Rae8e3ad32ce94dff"/>
    <p:sldId xmlns:r="http://schemas.openxmlformats.org/officeDocument/2006/relationships" id="269" r:id="R8f8b8351eec74e54"/>
    <p:sldId xmlns:r="http://schemas.openxmlformats.org/officeDocument/2006/relationships" id="270" r:id="Rda00ab7ac2574a88"/>
    <p:sldId xmlns:r="http://schemas.openxmlformats.org/officeDocument/2006/relationships" id="271" r:id="R9a31f05725094a2d"/>
    <p:sldId xmlns:r="http://schemas.openxmlformats.org/officeDocument/2006/relationships" id="272" r:id="Rd90bf096e24c496b"/>
  </p:sldIdLst>
  <p:sldSz cx="15240000" cy="8572500"/>
  <p:notesSz cx="6858000" cy="9144000"/>
  <p:embeddedFontLst>
    <p:embeddedFont>
      <p:font typeface="Instrument Sans" charset="1"/>
      <p:regular r:id="rIdOutriseFont1"/>
    </p:embeddedFont>
    <p:embeddedFont>
      <p:font typeface="Instrument Sans Medium" charset="1"/>
      <p:regular r:id="rIdOutriseFont2"/>
    </p:embeddedFont>
    <p:embeddedFont>
      <p:font typeface="Instrument Sans SemiBold" charset="1"/>
      <p:regular r:id="rIdOutriseFont3"/>
    </p:embeddedFont>
    <p:embeddedFont>
      <p:font typeface="Noto Sans SC" charset="1"/>
      <p:regular r:id="rIdOutriseFont4"/>
    </p:embeddedFont>
    <p:embeddedFont>
      <p:font typeface="Noto Sans SC Medium" charset="1"/>
      <p:regular r:id="rIdOutriseFont5"/>
    </p:embeddedFont>
    <p:embeddedFont>
      <p:font typeface="Noto Sans SC SemiBold" charset="1"/>
      <p:regular r:id="rIdOutriseFont6"/>
    </p:embeddedFont>
  </p:embeddedFontLst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"1.0" encoding="UTF-8"?><Relationships xmlns="http://schemas.openxmlformats.org/package/2006/relationships"><Relationship Type="http://schemas.openxmlformats.org/officeDocument/2006/relationships/theme" Target="/ppt/theme/theme1.xml" Id="Rfeeac7cc101144b5"/><Relationship Type="http://schemas.openxmlformats.org/officeDocument/2006/relationships/slideMaster" Target="/ppt/slideMasters/slideMaster1.xml" Id="Rf046e7e4ba954d47"/><Relationship Type="http://schemas.openxmlformats.org/officeDocument/2006/relationships/notesMaster" Target="/ppt/notesMasters/notesMaster1.xml" Id="R137484f925644912"/><Relationship Type="http://schemas.openxmlformats.org/officeDocument/2006/relationships/presProps" Target="/ppt/presProps.xml" Id="R99a469b4659e4f54"/><Relationship Type="http://schemas.openxmlformats.org/officeDocument/2006/relationships/tableStyles" Target="/ppt/tableStyles.xml" Id="Rbd100d6218a04a18"/><Relationship Type="http://schemas.openxmlformats.org/officeDocument/2006/relationships/slide" Target="/ppt/slides/slide1.xml" Id="Rb83b35c8f3e9494c"/><Relationship Type="http://schemas.openxmlformats.org/officeDocument/2006/relationships/slide" Target="/ppt/slides/slide2.xml" Id="R83a535bbc95c4fab"/><Relationship Type="http://schemas.openxmlformats.org/officeDocument/2006/relationships/slide" Target="/ppt/slides/slide3.xml" Id="R3f368b7277b1432e"/><Relationship Type="http://schemas.openxmlformats.org/officeDocument/2006/relationships/slide" Target="/ppt/slides/slide4.xml" Id="R614a31e0b0a44b08"/><Relationship Type="http://schemas.openxmlformats.org/officeDocument/2006/relationships/slide" Target="/ppt/slides/slide5.xml" Id="Rcad3b32324e740f5"/><Relationship Type="http://schemas.openxmlformats.org/officeDocument/2006/relationships/slide" Target="/ppt/slides/slide6.xml" Id="Rc3c09447af824a5f"/><Relationship Type="http://schemas.openxmlformats.org/officeDocument/2006/relationships/slide" Target="/ppt/slides/slide7.xml" Id="Rd2baf1138b254ed6"/><Relationship Type="http://schemas.openxmlformats.org/officeDocument/2006/relationships/slide" Target="/ppt/slides/slide8.xml" Id="Rbe96a9998abb4867"/><Relationship Type="http://schemas.openxmlformats.org/officeDocument/2006/relationships/slide" Target="/ppt/slides/slide9.xml" Id="R1eb476d535ce457d"/><Relationship Type="http://schemas.openxmlformats.org/officeDocument/2006/relationships/slide" Target="/ppt/slides/slide10.xml" Id="Raba7211ff7c241a0"/><Relationship Type="http://schemas.openxmlformats.org/officeDocument/2006/relationships/slide" Target="/ppt/slides/slide11.xml" Id="R62362985863a4481"/><Relationship Type="http://schemas.openxmlformats.org/officeDocument/2006/relationships/slide" Target="/ppt/slides/slide12.xml" Id="R3cee0d8663e14e35"/><Relationship Type="http://schemas.openxmlformats.org/officeDocument/2006/relationships/slide" Target="/ppt/slides/slide13.xml" Id="Rae8e3ad32ce94dff"/><Relationship Type="http://schemas.openxmlformats.org/officeDocument/2006/relationships/slide" Target="/ppt/slides/slide14.xml" Id="R8f8b8351eec74e54"/><Relationship Type="http://schemas.openxmlformats.org/officeDocument/2006/relationships/slide" Target="/ppt/slides/slide15.xml" Id="Rda00ab7ac2574a88"/><Relationship Type="http://schemas.openxmlformats.org/officeDocument/2006/relationships/slide" Target="/ppt/slides/slide16.xml" Id="R9a31f05725094a2d"/><Relationship Type="http://schemas.openxmlformats.org/officeDocument/2006/relationships/slide" Target="/ppt/slides/slide17.xml" Id="Rd90bf096e24c496b"/><Relationship Id="rIdOutriseFont1" Type="http://schemas.openxmlformats.org/officeDocument/2006/relationships/font" Target="fonts/outrise-1.fntdata"/><Relationship Id="rIdOutriseFont2" Type="http://schemas.openxmlformats.org/officeDocument/2006/relationships/font" Target="fonts/outrise-2.fntdata"/><Relationship Id="rIdOutriseFont3" Type="http://schemas.openxmlformats.org/officeDocument/2006/relationships/font" Target="fonts/outrise-3.fntdata"/><Relationship Id="rIdOutriseFont4" Type="http://schemas.openxmlformats.org/officeDocument/2006/relationships/font" Target="fonts/outrise-4.fntdata"/><Relationship Id="rIdOutriseFont5" Type="http://schemas.openxmlformats.org/officeDocument/2006/relationships/font" Target="fonts/outrise-5.fntdata"/><Relationship Id="rIdOutriseFont6" Type="http://schemas.openxmlformats.org/officeDocument/2006/relationships/font" Target="fonts/outrise-6.fntdata"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129457689ef498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89a0c47308040f7" /><Relationship Type="http://schemas.openxmlformats.org/officeDocument/2006/relationships/notesMaster" Target="/ppt/notesMasters/notesMaster1.xml" Id="R4c1b824be1da49b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ef4e3d8ad664529" /><Relationship Type="http://schemas.openxmlformats.org/officeDocument/2006/relationships/notesMaster" Target="/ppt/notesMasters/notesMaster1.xml" Id="R06be7c50555448f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44ae545c4f84ec2" /><Relationship Type="http://schemas.openxmlformats.org/officeDocument/2006/relationships/notesMaster" Target="/ppt/notesMasters/notesMaster1.xml" Id="R4738a53050c3414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54f834af9414713" /><Relationship Type="http://schemas.openxmlformats.org/officeDocument/2006/relationships/notesMaster" Target="/ppt/notesMasters/notesMaster1.xml" Id="Rb17c1cb23920417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3439a5198714fb1" /><Relationship Type="http://schemas.openxmlformats.org/officeDocument/2006/relationships/notesMaster" Target="/ppt/notesMasters/notesMaster1.xml" Id="R6dbc7f5dae2c43f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9edca7bd498416d" /><Relationship Type="http://schemas.openxmlformats.org/officeDocument/2006/relationships/notesMaster" Target="/ppt/notesMasters/notesMaster1.xml" Id="R3511ea8b84764db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628b1c21d874452" /><Relationship Type="http://schemas.openxmlformats.org/officeDocument/2006/relationships/notesMaster" Target="/ppt/notesMasters/notesMaster1.xml" Id="R08e1459e03974dc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15ff9732c554075" /><Relationship Type="http://schemas.openxmlformats.org/officeDocument/2006/relationships/notesMaster" Target="/ppt/notesMasters/notesMaster1.xml" Id="R8e5af5e49a2b414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288782d575a4763" /><Relationship Type="http://schemas.openxmlformats.org/officeDocument/2006/relationships/notesMaster" Target="/ppt/notesMasters/notesMaster1.xml" Id="R2103b903e77748c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75531bc1c974e16" /><Relationship Type="http://schemas.openxmlformats.org/officeDocument/2006/relationships/notesMaster" Target="/ppt/notesMasters/notesMaster1.xml" Id="R571f4778e62d419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3451ad1769e4152" /><Relationship Type="http://schemas.openxmlformats.org/officeDocument/2006/relationships/notesMaster" Target="/ppt/notesMasters/notesMaster1.xml" Id="Rd106d8ab581044ca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dfe521dc026e4557" /><Relationship Type="http://schemas.openxmlformats.org/officeDocument/2006/relationships/notesMaster" Target="/ppt/notesMasters/notesMaster1.xml" Id="Rf829c43477e34a95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27ac3cfcaff94452" /><Relationship Type="http://schemas.openxmlformats.org/officeDocument/2006/relationships/notesMaster" Target="/ppt/notesMasters/notesMaster1.xml" Id="Rca3da676ed1044c6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6dd51713ed9b4c21" /><Relationship Type="http://schemas.openxmlformats.org/officeDocument/2006/relationships/notesMaster" Target="/ppt/notesMasters/notesMaster1.xml" Id="Rae230a2ec76e49ac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0646fa26478642a2" /><Relationship Type="http://schemas.openxmlformats.org/officeDocument/2006/relationships/notesMaster" Target="/ppt/notesMasters/notesMaster1.xml" Id="Rdfcbef7379714318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bf09552490154782" /><Relationship Type="http://schemas.openxmlformats.org/officeDocument/2006/relationships/notesMaster" Target="/ppt/notesMasters/notesMaster1.xml" Id="R45c13cef9eb840b5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55aa88edb5f54855" /><Relationship Type="http://schemas.openxmlformats.org/officeDocument/2006/relationships/notesMaster" Target="/ppt/notesMasters/notesMaster1.xml" Id="R95b4ec1fc82a402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98d35c017b64060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8ac8f053dcd4f15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f171454cfc9420e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7496796522442d4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745f1a40ea947b4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3a88ab8a661489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4673683-2C51-4755-9B52-D1CC5E43345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3238500"/>
            <a:ext cx="12192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E6384C48-A28C-44B5-9D72-E920105EF8F0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286000" y="4714875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53D14760-57F2-470F-9129-2BBD682BAB3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3571875"/>
            <a:ext cx="12192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7514A37-EC65-4FB9-824D-4A2D70092DC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F8F7839B-7793-4A8E-ACF3-17CF288C2D1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13525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D631F69E-7C79-43E1-A541-A8B2F3C6C6C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1FC6EF79-5C23-486E-B63C-CF436136FAB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FAC7BDCF-E55B-4936-9B1A-282B4464DA36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096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52BF08A-E111-41DE-86A2-2D4B69FFE1A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4B402B76-B794-4176-B55C-520BA0240D7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0de5af328d34af6" /><Relationship Type="http://schemas.openxmlformats.org/officeDocument/2006/relationships/slideLayout" Target="/ppt/slideLayouts/slideLayout1.xml" Id="Rdd76014ce08245c3" /><Relationship Type="http://schemas.openxmlformats.org/officeDocument/2006/relationships/slideLayout" Target="/ppt/slideLayouts/slideLayout2.xml" Id="R933fd2c8d2f442dd" /><Relationship Type="http://schemas.openxmlformats.org/officeDocument/2006/relationships/slideLayout" Target="/ppt/slideLayouts/slideLayout3.xml" Id="R2a265aecf46340d2" /><Relationship Type="http://schemas.openxmlformats.org/officeDocument/2006/relationships/slideLayout" Target="/ppt/slideLayouts/slideLayout4.xml" Id="R7040404094af4003" /><Relationship Type="http://schemas.openxmlformats.org/officeDocument/2006/relationships/slideLayout" Target="/ppt/slideLayouts/slideLayout5.xml" Id="R82efbb17f6b04db7" /><Relationship Type="http://schemas.openxmlformats.org/officeDocument/2006/relationships/slideLayout" Target="/ppt/slideLayouts/slideLayout6.xml" Id="R93f61e559d7f4de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d76014ce08245c3"/>
    <p:sldLayoutId xmlns:r="http://schemas.openxmlformats.org/officeDocument/2006/relationships" id="2147483650" r:id="R933fd2c8d2f442dd"/>
    <p:sldLayoutId xmlns:r="http://schemas.openxmlformats.org/officeDocument/2006/relationships" id="2147483651" r:id="R2a265aecf46340d2"/>
    <p:sldLayoutId xmlns:r="http://schemas.openxmlformats.org/officeDocument/2006/relationships" id="2147483652" r:id="R7040404094af4003"/>
    <p:sldLayoutId xmlns:r="http://schemas.openxmlformats.org/officeDocument/2006/relationships" id="2147483653" r:id="R82efbb17f6b04db7"/>
    <p:sldLayoutId xmlns:r="http://schemas.openxmlformats.org/officeDocument/2006/relationships" id="2147483654" r:id="R93f61e559d7f4de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c8ef3a7a41d4bec" /><Relationship Type="http://schemas.openxmlformats.org/officeDocument/2006/relationships/image" Target="/ppt/media/image.png" Id="R0603e03c58884be2" /><Relationship Type="http://schemas.openxmlformats.org/officeDocument/2006/relationships/notesSlide" Target="/ppt/notesSlides/notesSlide1.xml" Id="R436ece8f3012417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f47eb5c419d4a7f" /><Relationship Type="http://schemas.openxmlformats.org/officeDocument/2006/relationships/image" Target="/ppt/media/image2.png" Id="R88e3c3029ed64164" /><Relationship Type="http://schemas.openxmlformats.org/officeDocument/2006/relationships/notesSlide" Target="/ppt/notesSlides/notesSlide2.xml" Id="Ra66f71b01c7d4d4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57886ab32de4d2d" /><Relationship Type="http://schemas.openxmlformats.org/officeDocument/2006/relationships/image" Target="/ppt/media/image3.png" Id="R0792e96b53a4446a" /><Relationship Type="http://schemas.openxmlformats.org/officeDocument/2006/relationships/notesSlide" Target="/ppt/notesSlides/notesSlide3.xml" Id="R1dffe8f0282546e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09294d52d8d483b" /><Relationship Type="http://schemas.openxmlformats.org/officeDocument/2006/relationships/image" Target="/ppt/media/image4.png" Id="Rc8478b0d924947fe" /><Relationship Type="http://schemas.openxmlformats.org/officeDocument/2006/relationships/notesSlide" Target="/ppt/notesSlides/notesSlide4.xml" Id="Rdcc78abcf25c4ad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e5158aa56594aad" /><Relationship Type="http://schemas.openxmlformats.org/officeDocument/2006/relationships/image" Target="/ppt/media/image5.png" Id="Ra63d21d0ce224040" /><Relationship Type="http://schemas.openxmlformats.org/officeDocument/2006/relationships/notesSlide" Target="/ppt/notesSlides/notesSlide5.xml" Id="R4f3a48361f9941e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ebfdb3d318c446f" /><Relationship Type="http://schemas.openxmlformats.org/officeDocument/2006/relationships/image" Target="/ppt/media/image6.png" Id="R0b0ebe20322c4620" /><Relationship Type="http://schemas.openxmlformats.org/officeDocument/2006/relationships/notesSlide" Target="/ppt/notesSlides/notesSlide6.xml" Id="R314d91472a94409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ddb5d59bee24776" /><Relationship Type="http://schemas.openxmlformats.org/officeDocument/2006/relationships/image" Target="/ppt/media/image7.png" Id="R299d0cb1c7e242dc" /><Relationship Type="http://schemas.openxmlformats.org/officeDocument/2006/relationships/notesSlide" Target="/ppt/notesSlides/notesSlide7.xml" Id="R193d680a2fa64d9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4a241b871f04475" /><Relationship Type="http://schemas.openxmlformats.org/officeDocument/2006/relationships/image" Target="/ppt/media/image8.png" Id="Rd58348afd7654c6b" /><Relationship Type="http://schemas.openxmlformats.org/officeDocument/2006/relationships/notesSlide" Target="/ppt/notesSlides/notesSlide8.xml" Id="R3005dd207c4e47d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735b04e0ec544e5" /><Relationship Type="http://schemas.openxmlformats.org/officeDocument/2006/relationships/image" Target="/ppt/media/image9.png" Id="R8edac056ba694eed" /><Relationship Type="http://schemas.openxmlformats.org/officeDocument/2006/relationships/notesSlide" Target="/ppt/notesSlides/notesSlide9.xml" Id="Rd50c48c8b4ab42f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18567de05ee4838" /><Relationship Type="http://schemas.openxmlformats.org/officeDocument/2006/relationships/image" Target="/ppt/media/image10.png" Id="R60affa965da944cd" /><Relationship Type="http://schemas.openxmlformats.org/officeDocument/2006/relationships/notesSlide" Target="/ppt/notesSlides/notesSlide10.xml" Id="R5791e0df20f046e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81725193f8b4ee3" /><Relationship Type="http://schemas.openxmlformats.org/officeDocument/2006/relationships/image" Target="/ppt/media/image11.png" Id="R80bb84fb0ae74770" /><Relationship Type="http://schemas.openxmlformats.org/officeDocument/2006/relationships/notesSlide" Target="/ppt/notesSlides/notesSlide11.xml" Id="Rc277eafa7b00487d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0db193380364ba4" /><Relationship Type="http://schemas.openxmlformats.org/officeDocument/2006/relationships/image" Target="/ppt/media/image12.png" Id="Rdf42a9b0b3074e30" /><Relationship Type="http://schemas.openxmlformats.org/officeDocument/2006/relationships/notesSlide" Target="/ppt/notesSlides/notesSlide12.xml" Id="R5218f100aef14641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11ebe4602f04d02" /><Relationship Type="http://schemas.openxmlformats.org/officeDocument/2006/relationships/image" Target="/ppt/media/image13.png" Id="Rdb54e509e68e4444" /><Relationship Type="http://schemas.openxmlformats.org/officeDocument/2006/relationships/notesSlide" Target="/ppt/notesSlides/notesSlide13.xml" Id="R11b45ae0a381468f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8e0674c4bb64bb1" /><Relationship Type="http://schemas.openxmlformats.org/officeDocument/2006/relationships/image" Target="/ppt/media/image14.png" Id="R953a5c8417a843c4" /><Relationship Type="http://schemas.openxmlformats.org/officeDocument/2006/relationships/notesSlide" Target="/ppt/notesSlides/notesSlide14.xml" Id="Rf7378ab4579248a9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493233bae734156" /><Relationship Type="http://schemas.openxmlformats.org/officeDocument/2006/relationships/image" Target="/ppt/media/image15.png" Id="Rab64aaa345534b64" /><Relationship Type="http://schemas.openxmlformats.org/officeDocument/2006/relationships/notesSlide" Target="/ppt/notesSlides/notesSlide15.xml" Id="Rff4317270ba64f47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9d4901875bd47e8" /><Relationship Type="http://schemas.openxmlformats.org/officeDocument/2006/relationships/image" Target="/ppt/media/image16.png" Id="R8e861c6064b44b54" /><Relationship Type="http://schemas.openxmlformats.org/officeDocument/2006/relationships/notesSlide" Target="/ppt/notesSlides/notesSlide16.xml" Id="R77b40f490388467d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b3822f414d1411f" /><Relationship Type="http://schemas.openxmlformats.org/officeDocument/2006/relationships/image" Target="/ppt/media/image17.png" Id="R26d5d27b16f44210" /><Relationship Type="http://schemas.openxmlformats.org/officeDocument/2006/relationships/notesSlide" Target="/ppt/notesSlides/notesSlide17.xml" Id="R630b25e7a1c646f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1111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0" name="connector-1">
            <a:extLst xmlns:a="http://schemas.openxmlformats.org/drawingml/2006/main">
              <a:ext uri="{FF2B5EF4-FFF2-40B4-BE49-F238E27FC236}">
                <a16:creationId xmlns:a16="http://schemas.microsoft.com/office/drawing/2014/main" id="{FC9A72C1-3091-4DA6-981C-371ED472C6BE}"/>
              </a:ext>
            </a:extLst>
          </p:cNvPr>
          <p:cNvCxnSpPr/>
          <p:nvPr/>
        </p:nvCxnSpPr>
        <p:spPr>
          <a:xfrm xmlns:a="http://schemas.openxmlformats.org/drawingml/2006/main">
            <a:off x="838200" y="7762875"/>
            <a:ext cx="135636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62625D"/>
            </a:solidFill>
            <a:prstDash val="solid"/>
          </a:ln>
        </p:spPr>
      </p:cxnSp>
      <p:sp>
        <p:nvSpPr>
          <p:cNvPr id="2" name="text-2">
            <a:extLst xmlns:a="http://schemas.openxmlformats.org/drawingml/2006/main">
              <a:ext uri="{FF2B5EF4-FFF2-40B4-BE49-F238E27FC236}">
                <a16:creationId xmlns:a16="http://schemas.microsoft.com/office/drawing/2014/main" id="{0330D756-D1D5-465F-8185-64D8A595B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92200" y="7991475"/>
            <a:ext cx="609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/>
            <a:lvl1pPr algn="r">
              <a:defRPr/>
            </a:lvl1pPr>
            <a:lvl2pPr algn="r">
              <a:defRPr/>
            </a:lvl2pPr>
            <a:lvl3pPr algn="r">
              <a:defRPr/>
            </a:lvl3pPr>
            <a:lvl4pPr algn="r">
              <a:defRPr/>
            </a:lvl4pPr>
            <a:lvl5pPr algn="r">
              <a:defRPr/>
            </a:lvl5pPr>
            <a:lvl6pPr algn="r">
              <a:defRPr/>
            </a:lvl6pPr>
            <a:lvl7pPr algn="r">
              <a:defRPr/>
            </a:lvl7pPr>
            <a:lvl8pPr algn="r">
              <a:defRPr/>
            </a:lvl8pPr>
            <a:lvl9pPr algn="r">
              <a:defRPr/>
            </a:lvl9pPr>
          </a:lstStyle>
          <a:p xmlns:a="http://schemas.openxmlformats.org/drawingml/2006/main"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 b="0">
                <a:solidFill>
                  <a:srgbClr val="D6D4CB"/>
                </a:solidFill>
                <a:latin typeface="Instrument Sans"/>
                <a:ea typeface="Instrument Sans"/>
                <a:cs typeface="Instrument Sans"/>
              </a:rPr>
              <a:t>01</a:t>
            </a:r>
          </a:p>
        </p:txBody>
      </p:sp>
      <p:sp>
        <p:nvSpPr>
          <p:cNvPr id="3" name="brand-cut-24deg-3">
            <a:extLst xmlns:a="http://schemas.openxmlformats.org/drawingml/2006/main">
              <a:ext uri="{FF2B5EF4-FFF2-40B4-BE49-F238E27FC236}">
                <a16:creationId xmlns:a16="http://schemas.microsoft.com/office/drawing/2014/main" id="{58F13327-E7E5-4A0F-8092-EC60925AB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0" y="1838325"/>
            <a:ext cx="3238500" cy="5715000"/>
          </a:xfrm>
          <a:custGeom xmlns:a="http://schemas.openxmlformats.org/drawingml/2006/main">
            <a:pathLst>
              <a:path w="3238500" h="5715000">
                <a:moveTo>
                  <a:pt x="0" y="1441873"/>
                </a:moveTo>
                <a:lnTo>
                  <a:pt x="3238500" y="0"/>
                </a:lnTo>
                <a:lnTo>
                  <a:pt x="3238500" y="5715000"/>
                </a:lnTo>
                <a:lnTo>
                  <a:pt x="0" y="5715000"/>
                </a:lnTo>
                <a:close/>
              </a:path>
            </a:pathLst>
          </a:custGeom>
          <a:solidFill xmlns:a="http://schemas.openxmlformats.org/drawingml/2006/main">
            <a:srgbClr val="F4F1E9"/>
          </a:solidFill>
          <a:ln xmlns:a="http://schemas.openxmlformats.org/drawingml/2006/main" w="0">
            <a:noFill/>
          </a:ln>
        </p:spPr>
      </p:sp>
      <p:sp>
        <p:nvSpPr>
          <p:cNvPr id="4" name="panel-4">
            <a:extLst xmlns:a="http://schemas.openxmlformats.org/drawingml/2006/main">
              <a:ext uri="{FF2B5EF4-FFF2-40B4-BE49-F238E27FC236}">
                <a16:creationId xmlns:a16="http://schemas.microsoft.com/office/drawing/2014/main" id="{77C8257B-C45A-4AFC-9A59-3886D186E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3829050"/>
            <a:ext cx="685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text-5">
            <a:extLst xmlns:a="http://schemas.openxmlformats.org/drawingml/2006/main">
              <a:ext uri="{FF2B5EF4-FFF2-40B4-BE49-F238E27FC236}">
                <a16:creationId xmlns:a16="http://schemas.microsoft.com/office/drawing/2014/main" id="{D3797CD3-C261-4180-BDF7-2CEB3C9BF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81025"/>
            <a:ext cx="1047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  <a:lvl6pPr algn="l">
              <a:defRPr/>
            </a:lvl6pPr>
            <a:lvl7pPr algn="l">
              <a:defRPr/>
            </a:lvl7pPr>
            <a:lvl8pPr algn="l">
              <a:defRPr/>
            </a:lvl8pPr>
            <a:lvl9pPr algn="l">
              <a:defRPr/>
            </a:lvl9pPr>
          </a:lstStyle>
          <a:p xmlns:a="http://schemas.openxmlformats.org/drawingml/2006/main"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25" b="0">
                <a:solidFill>
                  <a:srgbClr val="D6D4CB"/>
                </a:solidFill>
                <a:latin typeface="Instrument Sans"/>
                <a:ea typeface="Instrument Sans"/>
                <a:cs typeface="Instrument Sans"/>
              </a:rPr>
              <a:t>NORTH AMERICA FOCUSED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389389-2653-4C35-BCEC-D1A0CB571A1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603e03c58884be2"/>
          <a:stretch xmlns:a="http://schemas.openxmlformats.org/drawingml/2006/main"/>
        </p:blipFill>
        <p:spPr>
          <a:xfrm xmlns:a="http://schemas.openxmlformats.org/drawingml/2006/main">
            <a:off x="914400" y="1676400"/>
            <a:ext cx="9525000" cy="2520156"/>
          </a:xfrm>
          <a:prstGeom xmlns:a="http://schemas.openxmlformats.org/drawingml/2006/main" prst="rect">
            <a:avLst/>
          </a:prstGeom>
        </p:spPr>
      </p:pic>
      <p:sp>
        <p:nvSpPr>
          <p:cNvPr id="7" name="panel-6">
            <a:extLst xmlns:a="http://schemas.openxmlformats.org/drawingml/2006/main">
              <a:ext uri="{FF2B5EF4-FFF2-40B4-BE49-F238E27FC236}">
                <a16:creationId xmlns:a16="http://schemas.microsoft.com/office/drawing/2014/main" id="{55CA3F67-3E8D-480F-8428-1E508B488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905375"/>
            <a:ext cx="1828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C1F2DF8D-DF81-42A5-8D14-BBB06D5EE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286375"/>
            <a:ext cx="132397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  <a:lvl6pPr algn="l">
              <a:defRPr/>
            </a:lvl6pPr>
            <a:lvl7pPr algn="l">
              <a:defRPr/>
            </a:lvl7pPr>
            <a:lvl8pPr algn="l">
              <a:defRPr/>
            </a:lvl8pPr>
            <a:lvl9pPr algn="l">
              <a:defRPr/>
            </a:lvl9pPr>
          </a:lstStyle>
          <a:p xmlns:a="http://schemas.openxmlformats.org/drawingml/2006/main"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050" b="0">
                <a:solidFill>
                  <a:srgbClr val="F4F1E9"/>
                </a:solidFill>
                <a:latin typeface="Noto Sans SC SemiBold"/>
                <a:ea typeface="Noto Sans SC SemiBold"/>
                <a:cs typeface="Noto Sans SC SemiBold"/>
              </a:rPr>
              <a:t>专注北美市场的</a:t>
            </a:r>
            <a:r>
              <a:rPr sz="4050" b="0">
                <a:solidFill>
                  <a:srgbClr val="F4F1E9"/>
                </a:solidFill>
                <a:latin typeface="Instrument Sans SemiBold"/>
                <a:ea typeface="Instrument Sans SemiBold"/>
                <a:cs typeface="Instrument Sans SemiBold"/>
              </a:rPr>
              <a:t> AI-native </a:t>
            </a:r>
            <a:r>
              <a:rPr sz="4050" b="0">
                <a:solidFill>
                  <a:srgbClr val="F4F1E9"/>
                </a:solidFill>
                <a:latin typeface="Noto Sans SC SemiBold"/>
                <a:ea typeface="Noto Sans SC SemiBold"/>
                <a:cs typeface="Noto Sans SC SemiBold"/>
              </a:rPr>
              <a:t>营销与增长团队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54AC75D0-ECA2-4B38-B556-133DA4703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6791325"/>
            <a:ext cx="1238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  <a:lvl6pPr algn="l">
              <a:defRPr/>
            </a:lvl6pPr>
            <a:lvl7pPr algn="l">
              <a:defRPr/>
            </a:lvl7pPr>
            <a:lvl8pPr algn="l">
              <a:defRPr/>
            </a:lvl8pPr>
            <a:lvl9pPr algn="l">
              <a:defRPr/>
            </a:lvl9pPr>
          </a:lstStyle>
          <a:p xmlns:a="http://schemas.openxmlformats.org/drawingml/2006/main"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25" b="0">
                <a:solidFill>
                  <a:srgbClr val="D6D4CB"/>
                </a:solidFill>
                <a:latin typeface="Noto Sans SC"/>
                <a:ea typeface="Noto Sans SC"/>
                <a:cs typeface="Noto Sans SC"/>
              </a:rPr>
              <a:t>策略判断</a:t>
            </a:r>
            <a:r>
              <a:rPr sz="2325" b="0">
                <a:solidFill>
                  <a:srgbClr val="D6D4CB"/>
                </a:solidFill>
                <a:latin typeface="Instrument Sans"/>
                <a:ea typeface="Instrument Sans"/>
                <a:cs typeface="Instrument Sans"/>
              </a:rPr>
              <a:t> </a:t>
            </a:r>
            <a:r>
              <a:rPr sz="2325" b="0">
                <a:solidFill>
                  <a:srgbClr val="D6D4CB"/>
                </a:solidFill>
                <a:latin typeface="Noto Sans SC"/>
                <a:ea typeface="Noto Sans SC"/>
                <a:cs typeface="Noto Sans SC"/>
              </a:rPr>
              <a:t>·</a:t>
            </a:r>
            <a:r>
              <a:rPr sz="2325" b="0">
                <a:solidFill>
                  <a:srgbClr val="D6D4CB"/>
                </a:solidFill>
                <a:latin typeface="Instrument Sans"/>
                <a:ea typeface="Instrument Sans"/>
                <a:cs typeface="Instrument Sans"/>
              </a:rPr>
              <a:t> </a:t>
            </a:r>
            <a:r>
              <a:rPr sz="2325" b="0">
                <a:solidFill>
                  <a:srgbClr val="D6D4CB"/>
                </a:solidFill>
                <a:latin typeface="Noto Sans SC"/>
                <a:ea typeface="Noto Sans SC"/>
                <a:cs typeface="Noto Sans SC"/>
              </a:rPr>
              <a:t>营销规划</a:t>
            </a:r>
            <a:r>
              <a:rPr sz="2325" b="0">
                <a:solidFill>
                  <a:srgbClr val="D6D4CB"/>
                </a:solidFill>
                <a:latin typeface="Instrument Sans"/>
                <a:ea typeface="Instrument Sans"/>
                <a:cs typeface="Instrument Sans"/>
              </a:rPr>
              <a:t> </a:t>
            </a:r>
            <a:r>
              <a:rPr sz="2325" b="0">
                <a:solidFill>
                  <a:srgbClr val="D6D4CB"/>
                </a:solidFill>
                <a:latin typeface="Noto Sans SC"/>
                <a:ea typeface="Noto Sans SC"/>
                <a:cs typeface="Noto Sans SC"/>
              </a:rPr>
              <a:t>·</a:t>
            </a:r>
            <a:r>
              <a:rPr sz="2325" b="0">
                <a:solidFill>
                  <a:srgbClr val="D6D4CB"/>
                </a:solidFill>
                <a:latin typeface="Instrument Sans"/>
                <a:ea typeface="Instrument Sans"/>
                <a:cs typeface="Instrument Sans"/>
              </a:rPr>
              <a:t> </a:t>
            </a:r>
            <a:r>
              <a:rPr sz="2325" b="0">
                <a:solidFill>
                  <a:srgbClr val="D6D4CB"/>
                </a:solidFill>
                <a:latin typeface="Noto Sans SC"/>
                <a:ea typeface="Noto Sans SC"/>
                <a:cs typeface="Noto Sans SC"/>
              </a:rPr>
              <a:t>关键执行</a:t>
            </a:r>
          </a:p>
        </p:txBody>
      </p:sp>
    </p:spTree>
    <p:extLst>
      <p:ext uri="{BB962C8B-B14F-4D97-AF65-F5344CB8AC3E}">
        <p14:creationId xmlns:p14="http://schemas.microsoft.com/office/powerpoint/2010/main" val="1294385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1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0" name="connector-9">
            <a:extLst xmlns:a="http://schemas.openxmlformats.org/drawingml/2006/main">
              <a:ext uri="{FF2B5EF4-FFF2-40B4-BE49-F238E27FC236}">
                <a16:creationId xmlns:a16="http://schemas.microsoft.com/office/drawing/2014/main" id="{C48CBB1B-D769-4032-8259-8BA8A7ABC766}"/>
              </a:ext>
            </a:extLst>
          </p:cNvPr>
          <p:cNvCxnSpPr/>
          <p:nvPr/>
        </p:nvCxnSpPr>
        <p:spPr>
          <a:xfrm xmlns:a="http://schemas.openxmlformats.org/drawingml/2006/main">
            <a:off x="838200" y="7762875"/>
            <a:ext cx="135636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6D4CB"/>
            </a:solidFill>
            <a:prstDash val="solid"/>
          </a:ln>
        </p:spPr>
      </p:cxn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B2232F-0EA7-4ACF-8E79-6F6790F2A85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8e3c3029ed64164"/>
          <a:stretch xmlns:a="http://schemas.openxmlformats.org/drawingml/2006/main"/>
        </p:blipFill>
        <p:spPr>
          <a:xfrm xmlns:a="http://schemas.openxmlformats.org/drawingml/2006/main">
            <a:off x="838200" y="7981950"/>
            <a:ext cx="1714500" cy="453628"/>
          </a:xfrm>
          <a:prstGeom xmlns:a="http://schemas.openxmlformats.org/drawingml/2006/main" prst="rect">
            <a:avLst/>
          </a:prstGeom>
        </p:spPr>
      </p:pic>
      <p:sp>
        <p:nvSpPr>
          <p:cNvPr id="3" name="text-10">
            <a:extLst xmlns:a="http://schemas.openxmlformats.org/drawingml/2006/main">
              <a:ext uri="{FF2B5EF4-FFF2-40B4-BE49-F238E27FC236}">
                <a16:creationId xmlns:a16="http://schemas.microsoft.com/office/drawing/2014/main" id="{0F5E7B7E-34C2-463B-A81A-2AC36BA90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92200" y="7991475"/>
            <a:ext cx="609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/>
            <a:lvl1pPr algn="r">
              <a:defRPr/>
            </a:lvl1pPr>
            <a:lvl2pPr algn="r">
              <a:defRPr/>
            </a:lvl2pPr>
            <a:lvl3pPr algn="r">
              <a:defRPr/>
            </a:lvl3pPr>
            <a:lvl4pPr algn="r">
              <a:defRPr/>
            </a:lvl4pPr>
            <a:lvl5pPr algn="r">
              <a:defRPr/>
            </a:lvl5pPr>
            <a:lvl6pPr algn="r">
              <a:defRPr/>
            </a:lvl6pPr>
            <a:lvl7pPr algn="r">
              <a:defRPr/>
            </a:lvl7pPr>
            <a:lvl8pPr algn="r">
              <a:defRPr/>
            </a:lvl8pPr>
            <a:lvl9pPr algn="r">
              <a:defRPr/>
            </a:lvl9pPr>
          </a:lstStyle>
          <a:p xmlns:a="http://schemas.openxmlformats.org/drawingml/2006/main"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 b="0">
                <a:solidFill>
                  <a:srgbClr val="62625D"/>
                </a:solidFill>
                <a:latin typeface="Instrument Sans"/>
                <a:ea typeface="Instrument Sans"/>
                <a:cs typeface="Instrument Sans"/>
              </a:rPr>
              <a:t>02</a:t>
            </a:r>
          </a:p>
        </p:txBody>
      </p:sp>
      <p:sp>
        <p:nvSpPr>
          <p:cNvPr id="4" name="panel-11">
            <a:extLst xmlns:a="http://schemas.openxmlformats.org/drawingml/2006/main">
              <a:ext uri="{FF2B5EF4-FFF2-40B4-BE49-F238E27FC236}">
                <a16:creationId xmlns:a16="http://schemas.microsoft.com/office/drawing/2014/main" id="{4C8DF36F-4230-4F28-ADCF-8C15EA5A8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33400"/>
            <a:ext cx="3619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text-12">
            <a:extLst xmlns:a="http://schemas.openxmlformats.org/drawingml/2006/main">
              <a:ext uri="{FF2B5EF4-FFF2-40B4-BE49-F238E27FC236}">
                <a16:creationId xmlns:a16="http://schemas.microsoft.com/office/drawing/2014/main" id="{AA43CF62-4FD3-4DA8-BD51-B2380343F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00050"/>
            <a:ext cx="11430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  <a:lvl6pPr algn="l">
              <a:defRPr/>
            </a:lvl6pPr>
            <a:lvl7pPr algn="l">
              <a:defRPr/>
            </a:lvl7pPr>
            <a:lvl8pPr algn="l">
              <a:defRPr/>
            </a:lvl8pPr>
            <a:lvl9pPr algn="l">
              <a:defRPr/>
            </a:lvl9pPr>
          </a:lstStyle>
          <a:p xmlns:a="http://schemas.openxmlformats.org/drawingml/2006/main"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0">
                <a:solidFill>
                  <a:srgbClr val="62625D"/>
                </a:solidFill>
                <a:latin typeface="Noto Sans SC"/>
                <a:ea typeface="Noto Sans SC"/>
                <a:cs typeface="Noto Sans SC"/>
              </a:rPr>
              <a:t>我们是谁</a:t>
            </a:r>
          </a:p>
        </p:txBody>
      </p:sp>
      <p:sp>
        <p:nvSpPr>
          <p:cNvPr id="6" name="title-13">
            <a:extLst xmlns:a="http://schemas.openxmlformats.org/drawingml/2006/main">
              <a:ext uri="{FF2B5EF4-FFF2-40B4-BE49-F238E27FC236}">
                <a16:creationId xmlns:a16="http://schemas.microsoft.com/office/drawing/2014/main" id="{56480A16-6110-4F0F-BA2F-57D38ED4C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000125"/>
            <a:ext cx="135636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  <a:lvl6pPr algn="l">
              <a:defRPr/>
            </a:lvl6pPr>
            <a:lvl7pPr algn="l">
              <a:defRPr/>
            </a:lvl7pPr>
            <a:lvl8pPr algn="l">
              <a:defRPr/>
            </a:lvl8pPr>
            <a:lvl9pPr algn="l">
              <a:defRPr/>
            </a:lvl9pPr>
          </a:lstStyle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050" b="0">
                <a:solidFill>
                  <a:srgbClr val="111111"/>
                </a:solidFill>
                <a:latin typeface="Noto Sans SC SemiBold"/>
                <a:ea typeface="Noto Sans SC SemiBold"/>
                <a:cs typeface="Noto Sans SC SemiBold"/>
              </a:rPr>
              <a:t>专注北美的</a:t>
            </a:r>
            <a:r>
              <a:rPr sz="4050" b="0">
                <a:solidFill>
                  <a:srgbClr val="111111"/>
                </a:solidFill>
                <a:latin typeface="Instrument Sans SemiBold"/>
                <a:ea typeface="Instrument Sans SemiBold"/>
                <a:cs typeface="Instrument Sans SemiBold"/>
              </a:rPr>
              <a:t> AI-native </a:t>
            </a:r>
            <a:r>
              <a:rPr sz="4050" b="0">
                <a:solidFill>
                  <a:srgbClr val="111111"/>
                </a:solidFill>
                <a:latin typeface="Noto Sans SC SemiBold"/>
                <a:ea typeface="Noto Sans SC SemiBold"/>
                <a:cs typeface="Noto Sans SC SemiBold"/>
              </a:rPr>
              <a:t>营销与增长团队</a:t>
            </a:r>
          </a:p>
        </p:txBody>
      </p:sp>
      <p:sp>
        <p:nvSpPr>
          <p:cNvPr id="7" name="text-14">
            <a:extLst xmlns:a="http://schemas.openxmlformats.org/drawingml/2006/main">
              <a:ext uri="{FF2B5EF4-FFF2-40B4-BE49-F238E27FC236}">
                <a16:creationId xmlns:a16="http://schemas.microsoft.com/office/drawing/2014/main" id="{EC780621-C6DD-4F31-90B4-D8E36F5C5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14550"/>
            <a:ext cx="135636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  <a:lvl6pPr algn="l">
              <a:defRPr/>
            </a:lvl6pPr>
            <a:lvl7pPr algn="l">
              <a:defRPr/>
            </a:lvl7pPr>
            <a:lvl8pPr algn="l">
              <a:defRPr/>
            </a:lvl8pPr>
            <a:lvl9pPr algn="l">
              <a:defRPr/>
            </a:lvl9pPr>
          </a:lstStyle>
          <a:p xmlns:a="http://schemas.openxmlformats.org/drawingml/2006/main"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100" b="0">
                <a:solidFill>
                  <a:srgbClr val="111111"/>
                </a:solidFill>
                <a:latin typeface="Instrument Sans"/>
                <a:ea typeface="Instrument Sans"/>
                <a:cs typeface="Instrument Sans"/>
              </a:rPr>
              <a:t>Outrise </a:t>
            </a:r>
            <a:r>
              <a:rPr sz="2100" b="0">
                <a:solidFill>
                  <a:srgbClr val="111111"/>
                </a:solidFill>
                <a:latin typeface="Noto Sans SC"/>
                <a:ea typeface="Noto Sans SC"/>
                <a:cs typeface="Noto Sans SC"/>
              </a:rPr>
              <a:t>为消费品牌与科技创业公司提供北美市场的营销支持。我们从产品、业务目标和用户需求出发，帮助</a:t>
            </a:r>
          </a:p>
          <a:p xmlns:a="http://schemas.openxmlformats.org/drawingml/2006/main"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100" b="0">
                <a:solidFill>
                  <a:srgbClr val="111111"/>
                </a:solidFill>
                <a:latin typeface="Noto Sans SC"/>
                <a:ea typeface="Noto Sans SC"/>
                <a:cs typeface="Noto Sans SC"/>
              </a:rPr>
              <a:t>团队明确市场方向、建立品牌表达、规划渠道投入，并推进关键营销工作。</a:t>
            </a:r>
          </a:p>
        </p:txBody>
      </p:sp>
      <p:sp>
        <p:nvSpPr>
          <p:cNvPr id="8" name="panel-15">
            <a:extLst xmlns:a="http://schemas.openxmlformats.org/drawingml/2006/main">
              <a:ext uri="{FF2B5EF4-FFF2-40B4-BE49-F238E27FC236}">
                <a16:creationId xmlns:a16="http://schemas.microsoft.com/office/drawing/2014/main" id="{6E6E8F8B-C656-4326-B320-C463A94AD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867150"/>
            <a:ext cx="5143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text-16">
            <a:extLst xmlns:a="http://schemas.openxmlformats.org/drawingml/2006/main">
              <a:ext uri="{FF2B5EF4-FFF2-40B4-BE49-F238E27FC236}">
                <a16:creationId xmlns:a16="http://schemas.microsoft.com/office/drawing/2014/main" id="{06274B02-9FAB-4C35-860A-0B738BB41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724275"/>
            <a:ext cx="571500" cy="3857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  <a:lvl6pPr algn="l">
              <a:defRPr/>
            </a:lvl6pPr>
            <a:lvl7pPr algn="l">
              <a:defRPr/>
            </a:lvl7pPr>
            <a:lvl8pPr algn="l">
              <a:defRPr/>
            </a:lvl8pPr>
            <a:lvl9pPr algn="l">
              <a:defRPr/>
            </a:lvl9pPr>
          </a:lstStyle>
          <a:p xmlns:a="http://schemas.openxmlformats.org/drawingml/2006/main"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025" b="0">
                <a:solidFill>
                  <a:srgbClr val="62625D"/>
                </a:solidFill>
                <a:latin typeface="Instrument Sans"/>
                <a:ea typeface="Instrument Sans"/>
                <a:cs typeface="Instrument Sans"/>
              </a:rPr>
              <a:t>01</a:t>
            </a:r>
          </a:p>
        </p:txBody>
      </p:sp>
      <p:sp>
        <p:nvSpPr>
          <p:cNvPr id="10" name="text-17">
            <a:extLst xmlns:a="http://schemas.openxmlformats.org/drawingml/2006/main">
              <a:ext uri="{FF2B5EF4-FFF2-40B4-BE49-F238E27FC236}">
                <a16:creationId xmlns:a16="http://schemas.microsoft.com/office/drawing/2014/main" id="{4D8E118E-9DD8-4193-9328-A051222DE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29100"/>
            <a:ext cx="43053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  <a:lvl6pPr algn="l">
              <a:defRPr/>
            </a:lvl6pPr>
            <a:lvl7pPr algn="l">
              <a:defRPr/>
            </a:lvl7pPr>
            <a:lvl8pPr algn="l">
              <a:defRPr/>
            </a:lvl8pPr>
            <a:lvl9pPr algn="l">
              <a:defRPr/>
            </a:lvl9pPr>
          </a:lstStyle>
          <a:p xmlns:a="http://schemas.openxmlformats.org/drawingml/2006/main"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0">
                <a:solidFill>
                  <a:srgbClr val="111111"/>
                </a:solidFill>
                <a:latin typeface="Noto Sans SC Medium"/>
                <a:ea typeface="Noto Sans SC Medium"/>
                <a:cs typeface="Noto Sans SC Medium"/>
              </a:rPr>
              <a:t>专门聚焦北美市场</a:t>
            </a:r>
          </a:p>
        </p:txBody>
      </p:sp>
      <p:sp>
        <p:nvSpPr>
          <p:cNvPr id="11" name="text-18">
            <a:extLst xmlns:a="http://schemas.openxmlformats.org/drawingml/2006/main">
              <a:ext uri="{FF2B5EF4-FFF2-40B4-BE49-F238E27FC236}">
                <a16:creationId xmlns:a16="http://schemas.microsoft.com/office/drawing/2014/main" id="{C2A9F6B8-6269-4D2E-A93F-CFD0DEF17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372100"/>
            <a:ext cx="4305300" cy="182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  <a:lvl6pPr algn="l">
              <a:defRPr/>
            </a:lvl6pPr>
            <a:lvl7pPr algn="l">
              <a:defRPr/>
            </a:lvl7pPr>
            <a:lvl8pPr algn="l">
              <a:defRPr/>
            </a:lvl8pPr>
            <a:lvl9pPr algn="l">
              <a:defRPr/>
            </a:lvl9pPr>
          </a:lstStyle>
          <a:p xmlns:a="http://schemas.openxmlformats.org/drawingml/2006/main"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100" b="0">
                <a:solidFill>
                  <a:srgbClr val="111111"/>
                </a:solidFill>
                <a:latin typeface="Noto Sans SC"/>
                <a:ea typeface="Noto Sans SC"/>
                <a:cs typeface="Noto Sans SC"/>
              </a:rPr>
              <a:t>围绕北美用户、市场环境与渠</a:t>
            </a:r>
          </a:p>
          <a:p xmlns:a="http://schemas.openxmlformats.org/drawingml/2006/main"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100" b="0">
                <a:solidFill>
                  <a:srgbClr val="111111"/>
                </a:solidFill>
                <a:latin typeface="Noto Sans SC"/>
                <a:ea typeface="Noto Sans SC"/>
                <a:cs typeface="Noto Sans SC"/>
              </a:rPr>
              <a:t>道特点开展工作，让营销选择</a:t>
            </a:r>
          </a:p>
          <a:p xmlns:a="http://schemas.openxmlformats.org/drawingml/2006/main"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100" b="0">
                <a:solidFill>
                  <a:srgbClr val="111111"/>
                </a:solidFill>
                <a:latin typeface="Noto Sans SC"/>
                <a:ea typeface="Noto Sans SC"/>
                <a:cs typeface="Noto Sans SC"/>
              </a:rPr>
              <a:t>贴合目标市场。</a:t>
            </a:r>
          </a:p>
        </p:txBody>
      </p:sp>
      <p:sp>
        <p:nvSpPr>
          <p:cNvPr id="12" name="panel-19">
            <a:extLst xmlns:a="http://schemas.openxmlformats.org/drawingml/2006/main">
              <a:ext uri="{FF2B5EF4-FFF2-40B4-BE49-F238E27FC236}">
                <a16:creationId xmlns:a16="http://schemas.microsoft.com/office/drawing/2014/main" id="{10301248-22DD-46A3-A29E-8CB926FDC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3867150"/>
            <a:ext cx="5143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text-20">
            <a:extLst xmlns:a="http://schemas.openxmlformats.org/drawingml/2006/main">
              <a:ext uri="{FF2B5EF4-FFF2-40B4-BE49-F238E27FC236}">
                <a16:creationId xmlns:a16="http://schemas.microsoft.com/office/drawing/2014/main" id="{CC9212D9-3316-4152-B83F-0A5F40164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724275"/>
            <a:ext cx="571500" cy="3857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  <a:lvl6pPr algn="l">
              <a:defRPr/>
            </a:lvl6pPr>
            <a:lvl7pPr algn="l">
              <a:defRPr/>
            </a:lvl7pPr>
            <a:lvl8pPr algn="l">
              <a:defRPr/>
            </a:lvl8pPr>
            <a:lvl9pPr algn="l">
              <a:defRPr/>
            </a:lvl9pPr>
          </a:lstStyle>
          <a:p xmlns:a="http://schemas.openxmlformats.org/drawingml/2006/main"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025" b="0">
                <a:solidFill>
                  <a:srgbClr val="62625D"/>
                </a:solidFill>
                <a:latin typeface="Instrument Sans"/>
                <a:ea typeface="Instrument Sans"/>
                <a:cs typeface="Instrument Sans"/>
              </a:rPr>
              <a:t>02</a:t>
            </a:r>
          </a:p>
        </p:txBody>
      </p:sp>
      <p:sp>
        <p:nvSpPr>
          <p:cNvPr id="14" name="text-21">
            <a:extLst xmlns:a="http://schemas.openxmlformats.org/drawingml/2006/main">
              <a:ext uri="{FF2B5EF4-FFF2-40B4-BE49-F238E27FC236}">
                <a16:creationId xmlns:a16="http://schemas.microsoft.com/office/drawing/2014/main" id="{0D6EB73E-4F81-47A4-8E7F-AFA93F3FF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4229100"/>
            <a:ext cx="43053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  <a:lvl6pPr algn="l">
              <a:defRPr/>
            </a:lvl6pPr>
            <a:lvl7pPr algn="l">
              <a:defRPr/>
            </a:lvl7pPr>
            <a:lvl8pPr algn="l">
              <a:defRPr/>
            </a:lvl8pPr>
            <a:lvl9pPr algn="l">
              <a:defRPr/>
            </a:lvl9pPr>
          </a:lstStyle>
          <a:p xmlns:a="http://schemas.openxmlformats.org/drawingml/2006/main"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0">
                <a:solidFill>
                  <a:srgbClr val="111111"/>
                </a:solidFill>
                <a:latin typeface="Noto Sans SC Medium"/>
                <a:ea typeface="Noto Sans SC Medium"/>
                <a:cs typeface="Noto Sans SC Medium"/>
              </a:rPr>
              <a:t>以策略判断为核心</a:t>
            </a:r>
          </a:p>
        </p:txBody>
      </p:sp>
      <p:sp>
        <p:nvSpPr>
          <p:cNvPr id="15" name="text-22">
            <a:extLst xmlns:a="http://schemas.openxmlformats.org/drawingml/2006/main">
              <a:ext uri="{FF2B5EF4-FFF2-40B4-BE49-F238E27FC236}">
                <a16:creationId xmlns:a16="http://schemas.microsoft.com/office/drawing/2014/main" id="{4435B15A-DBC9-4D74-AB9F-4259583FC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5372100"/>
            <a:ext cx="4305300" cy="182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  <a:lvl6pPr algn="l">
              <a:defRPr/>
            </a:lvl6pPr>
            <a:lvl7pPr algn="l">
              <a:defRPr/>
            </a:lvl7pPr>
            <a:lvl8pPr algn="l">
              <a:defRPr/>
            </a:lvl8pPr>
            <a:lvl9pPr algn="l">
              <a:defRPr/>
            </a:lvl9pPr>
          </a:lstStyle>
          <a:p xmlns:a="http://schemas.openxmlformats.org/drawingml/2006/main"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100" b="0">
                <a:solidFill>
                  <a:srgbClr val="111111"/>
                </a:solidFill>
                <a:latin typeface="Noto Sans SC"/>
                <a:ea typeface="Noto Sans SC"/>
                <a:cs typeface="Noto Sans SC"/>
              </a:rPr>
              <a:t>帮助客户明确面向谁、传递什</a:t>
            </a:r>
          </a:p>
          <a:p xmlns:a="http://schemas.openxmlformats.org/drawingml/2006/main"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100" b="0">
                <a:solidFill>
                  <a:srgbClr val="111111"/>
                </a:solidFill>
                <a:latin typeface="Noto Sans SC"/>
                <a:ea typeface="Noto Sans SC"/>
                <a:cs typeface="Noto Sans SC"/>
              </a:rPr>
              <a:t>么价值、优先投入哪里，把业</a:t>
            </a:r>
          </a:p>
          <a:p xmlns:a="http://schemas.openxmlformats.org/drawingml/2006/main"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100" b="0">
                <a:solidFill>
                  <a:srgbClr val="111111"/>
                </a:solidFill>
                <a:latin typeface="Noto Sans SC"/>
                <a:ea typeface="Noto Sans SC"/>
                <a:cs typeface="Noto Sans SC"/>
              </a:rPr>
              <a:t>务目标转化为营销方向。</a:t>
            </a:r>
          </a:p>
        </p:txBody>
      </p:sp>
      <p:sp>
        <p:nvSpPr>
          <p:cNvPr id="16" name="panel-23">
            <a:extLst xmlns:a="http://schemas.openxmlformats.org/drawingml/2006/main">
              <a:ext uri="{FF2B5EF4-FFF2-40B4-BE49-F238E27FC236}">
                <a16:creationId xmlns:a16="http://schemas.microsoft.com/office/drawing/2014/main" id="{A1450EBC-4F96-440F-A70E-1F3360F30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867150"/>
            <a:ext cx="5143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text-24">
            <a:extLst xmlns:a="http://schemas.openxmlformats.org/drawingml/2006/main">
              <a:ext uri="{FF2B5EF4-FFF2-40B4-BE49-F238E27FC236}">
                <a16:creationId xmlns:a16="http://schemas.microsoft.com/office/drawing/2014/main" id="{E7DDAA8A-8E62-4F91-8BED-2E4D44BE2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49350" y="3724275"/>
            <a:ext cx="571500" cy="3857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  <a:lvl6pPr algn="l">
              <a:defRPr/>
            </a:lvl6pPr>
            <a:lvl7pPr algn="l">
              <a:defRPr/>
            </a:lvl7pPr>
            <a:lvl8pPr algn="l">
              <a:defRPr/>
            </a:lvl8pPr>
            <a:lvl9pPr algn="l">
              <a:defRPr/>
            </a:lvl9pPr>
          </a:lstStyle>
          <a:p xmlns:a="http://schemas.openxmlformats.org/drawingml/2006/main"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025" b="0">
                <a:solidFill>
                  <a:srgbClr val="62625D"/>
                </a:solidFill>
                <a:latin typeface="Instrument Sans"/>
                <a:ea typeface="Instrument Sans"/>
                <a:cs typeface="Instrument Sans"/>
              </a:rPr>
              <a:t>03</a:t>
            </a:r>
          </a:p>
        </p:txBody>
      </p:sp>
      <p:sp>
        <p:nvSpPr>
          <p:cNvPr id="18" name="text-25">
            <a:extLst xmlns:a="http://schemas.openxmlformats.org/drawingml/2006/main">
              <a:ext uri="{FF2B5EF4-FFF2-40B4-BE49-F238E27FC236}">
                <a16:creationId xmlns:a16="http://schemas.microsoft.com/office/drawing/2014/main" id="{0A595E71-A45B-42AC-BB8B-ADA3980B6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229100"/>
            <a:ext cx="43053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  <a:lvl6pPr algn="l">
              <a:defRPr/>
            </a:lvl6pPr>
            <a:lvl7pPr algn="l">
              <a:defRPr/>
            </a:lvl7pPr>
            <a:lvl8pPr algn="l">
              <a:defRPr/>
            </a:lvl8pPr>
            <a:lvl9pPr algn="l">
              <a:defRPr/>
            </a:lvl9pPr>
          </a:lstStyle>
          <a:p xmlns:a="http://schemas.openxmlformats.org/drawingml/2006/main"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0">
                <a:solidFill>
                  <a:srgbClr val="111111"/>
                </a:solidFill>
                <a:latin typeface="Noto Sans SC Medium"/>
                <a:ea typeface="Noto Sans SC Medium"/>
                <a:cs typeface="Noto Sans SC Medium"/>
              </a:rPr>
              <a:t>以</a:t>
            </a:r>
            <a:r>
              <a:rPr sz="2400" b="0">
                <a:solidFill>
                  <a:srgbClr val="111111"/>
                </a:solidFill>
                <a:latin typeface="Instrument Sans Medium"/>
                <a:ea typeface="Instrument Sans Medium"/>
                <a:cs typeface="Instrument Sans Medium"/>
              </a:rPr>
              <a:t> AI-native </a:t>
            </a:r>
            <a:r>
              <a:rPr sz="2400" b="0">
                <a:solidFill>
                  <a:srgbClr val="111111"/>
                </a:solidFill>
                <a:latin typeface="Noto Sans SC Medium"/>
                <a:ea typeface="Noto Sans SC Medium"/>
                <a:cs typeface="Noto Sans SC Medium"/>
              </a:rPr>
              <a:t>方式组织工作</a:t>
            </a:r>
          </a:p>
        </p:txBody>
      </p:sp>
      <p:sp>
        <p:nvSpPr>
          <p:cNvPr id="19" name="text-26">
            <a:extLst xmlns:a="http://schemas.openxmlformats.org/drawingml/2006/main">
              <a:ext uri="{FF2B5EF4-FFF2-40B4-BE49-F238E27FC236}">
                <a16:creationId xmlns:a16="http://schemas.microsoft.com/office/drawing/2014/main" id="{7EB0E374-3B5B-41B2-83FE-5BF35CA30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5372100"/>
            <a:ext cx="4305300" cy="182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  <a:lvl6pPr algn="l">
              <a:defRPr/>
            </a:lvl6pPr>
            <a:lvl7pPr algn="l">
              <a:defRPr/>
            </a:lvl7pPr>
            <a:lvl8pPr algn="l">
              <a:defRPr/>
            </a:lvl8pPr>
            <a:lvl9pPr algn="l">
              <a:defRPr/>
            </a:lvl9pPr>
          </a:lstStyle>
          <a:p xmlns:a="http://schemas.openxmlformats.org/drawingml/2006/main"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100" b="0">
                <a:solidFill>
                  <a:srgbClr val="111111"/>
                </a:solidFill>
                <a:latin typeface="Noto Sans SC"/>
                <a:ea typeface="Noto Sans SC"/>
                <a:cs typeface="Noto Sans SC"/>
              </a:rPr>
              <a:t>将</a:t>
            </a:r>
            <a:r>
              <a:rPr sz="2100" b="0">
                <a:solidFill>
                  <a:srgbClr val="111111"/>
                </a:solidFill>
                <a:latin typeface="Instrument Sans"/>
                <a:ea typeface="Instrument Sans"/>
                <a:cs typeface="Instrument Sans"/>
              </a:rPr>
              <a:t> AI </a:t>
            </a:r>
            <a:r>
              <a:rPr sz="2100" b="0">
                <a:solidFill>
                  <a:srgbClr val="111111"/>
                </a:solidFill>
                <a:latin typeface="Noto Sans SC"/>
                <a:ea typeface="Noto Sans SC"/>
                <a:cs typeface="Noto Sans SC"/>
              </a:rPr>
              <a:t>融入研究、知识积累、任</a:t>
            </a:r>
          </a:p>
          <a:p xmlns:a="http://schemas.openxmlformats.org/drawingml/2006/main"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100" b="0">
                <a:solidFill>
                  <a:srgbClr val="111111"/>
                </a:solidFill>
                <a:latin typeface="Noto Sans SC"/>
                <a:ea typeface="Noto Sans SC"/>
                <a:cs typeface="Noto Sans SC"/>
              </a:rPr>
              <a:t>务协同与内容生产，由团队承</a:t>
            </a:r>
          </a:p>
          <a:p xmlns:a="http://schemas.openxmlformats.org/drawingml/2006/main"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100" b="0">
                <a:solidFill>
                  <a:srgbClr val="111111"/>
                </a:solidFill>
                <a:latin typeface="Noto Sans SC"/>
                <a:ea typeface="Noto Sans SC"/>
                <a:cs typeface="Noto Sans SC"/>
              </a:rPr>
              <a:t>担商业判断和质量责任。</a:t>
            </a:r>
          </a:p>
        </p:txBody>
      </p:sp>
    </p:spTree>
    <p:extLst>
      <p:ext uri="{BB962C8B-B14F-4D97-AF65-F5344CB8AC3E}">
        <p14:creationId xmlns:p14="http://schemas.microsoft.com/office/powerpoint/2010/main" val="136707028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4F1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panel-27">
            <a:extLst xmlns:a="http://schemas.openxmlformats.org/drawingml/2006/main">
              <a:ext uri="{FF2B5EF4-FFF2-40B4-BE49-F238E27FC236}">
                <a16:creationId xmlns:a16="http://schemas.microsoft.com/office/drawing/2014/main" id="{931FD2EC-A283-4EC5-9C46-4E4FFE813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33400"/>
            <a:ext cx="3619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ext-28">
            <a:extLst xmlns:a="http://schemas.openxmlformats.org/drawingml/2006/main">
              <a:ext uri="{FF2B5EF4-FFF2-40B4-BE49-F238E27FC236}">
                <a16:creationId xmlns:a16="http://schemas.microsoft.com/office/drawing/2014/main" id="{00A580D1-9757-44BF-B6A2-9FE1BA3A2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00050"/>
            <a:ext cx="11430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  <a:lvl6pPr algn="l">
              <a:defRPr/>
            </a:lvl6pPr>
            <a:lvl7pPr algn="l">
              <a:defRPr/>
            </a:lvl7pPr>
            <a:lvl8pPr algn="l">
              <a:defRPr/>
            </a:lvl8pPr>
            <a:lvl9pPr algn="l">
              <a:defRPr/>
            </a:lvl9pPr>
          </a:lstStyle>
          <a:p xmlns:a="http://schemas.openxmlformats.org/drawingml/2006/main"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0">
                <a:solidFill>
                  <a:srgbClr val="62625D"/>
                </a:solidFill>
                <a:latin typeface="Noto Sans SC"/>
                <a:ea typeface="Noto Sans SC"/>
                <a:cs typeface="Noto Sans SC"/>
              </a:rPr>
              <a:t>我们是谁</a:t>
            </a:r>
          </a:p>
        </p:txBody>
      </p:sp>
      <p:sp>
        <p:nvSpPr>
          <p:cNvPr id="3" name="title-29">
            <a:extLst xmlns:a="http://schemas.openxmlformats.org/drawingml/2006/main">
              <a:ext uri="{FF2B5EF4-FFF2-40B4-BE49-F238E27FC236}">
                <a16:creationId xmlns:a16="http://schemas.microsoft.com/office/drawing/2014/main" id="{062D9EB7-E9E8-4178-B582-E38342287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000125"/>
            <a:ext cx="135636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  <a:lvl6pPr algn="l">
              <a:defRPr/>
            </a:lvl6pPr>
            <a:lvl7pPr algn="l">
              <a:defRPr/>
            </a:lvl7pPr>
            <a:lvl8pPr algn="l">
              <a:defRPr/>
            </a:lvl8pPr>
            <a:lvl9pPr algn="l">
              <a:defRPr/>
            </a:lvl9pPr>
          </a:lstStyle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050" b="0">
                <a:solidFill>
                  <a:srgbClr val="111111"/>
                </a:solidFill>
                <a:latin typeface="Noto Sans SC SemiBold"/>
                <a:ea typeface="Noto Sans SC SemiBold"/>
                <a:cs typeface="Noto Sans SC SemiBold"/>
              </a:rPr>
              <a:t>参与营销决策，统筹关键工作</a:t>
            </a:r>
          </a:p>
        </p:txBody>
      </p:sp>
      <p:sp>
        <p:nvSpPr>
          <p:cNvPr id="4" name="text-30">
            <a:extLst xmlns:a="http://schemas.openxmlformats.org/drawingml/2006/main">
              <a:ext uri="{FF2B5EF4-FFF2-40B4-BE49-F238E27FC236}">
                <a16:creationId xmlns:a16="http://schemas.microsoft.com/office/drawing/2014/main" id="{291C14EB-042B-4B48-AE0B-0A4DD2FF4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52625"/>
            <a:ext cx="135636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  <a:lvl6pPr algn="l">
              <a:defRPr/>
            </a:lvl6pPr>
            <a:lvl7pPr algn="l">
              <a:defRPr/>
            </a:lvl7pPr>
            <a:lvl8pPr algn="l">
              <a:defRPr/>
            </a:lvl8pPr>
            <a:lvl9pPr algn="l">
              <a:defRPr/>
            </a:lvl9pPr>
          </a:lstStyle>
          <a:p xmlns:a="http://schemas.openxmlformats.org/drawingml/2006/main"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025" b="0">
                <a:solidFill>
                  <a:srgbClr val="62625D"/>
                </a:solidFill>
                <a:latin typeface="Noto Sans SC"/>
                <a:ea typeface="Noto Sans SC"/>
                <a:cs typeface="Noto Sans SC"/>
              </a:rPr>
              <a:t>我们深入理解你的业务，与团队一起确定营销重点、安排资源，并持续推进双方确认的关键工作。</a:t>
            </a:r>
          </a:p>
        </p:txBody>
      </p:sp>
      <p:cxnSp>
        <p:nvCxnSpPr>
          <p:cNvPr id="5" name="connector-31">
            <a:extLst xmlns:a="http://schemas.openxmlformats.org/drawingml/2006/main">
              <a:ext uri="{FF2B5EF4-FFF2-40B4-BE49-F238E27FC236}">
                <a16:creationId xmlns:a16="http://schemas.microsoft.com/office/drawing/2014/main" id="{A9AB072C-8025-44B5-B0A1-9BDF69E0F8EB}"/>
              </a:ext>
            </a:extLst>
          </p:cNvPr>
          <p:cNvCxnSpPr/>
          <p:nvPr/>
        </p:nvCxnSpPr>
        <p:spPr>
          <a:xfrm xmlns:a="http://schemas.openxmlformats.org/drawingml/2006/main">
            <a:off x="838200" y="7762875"/>
            <a:ext cx="135636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6D4CB"/>
            </a:solidFill>
            <a:prstDash val="solid"/>
          </a:ln>
        </p:spPr>
      </p:cxn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6E8931-5EC5-4929-AD33-38ED3A934E3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792e96b53a4446a"/>
          <a:stretch xmlns:a="http://schemas.openxmlformats.org/drawingml/2006/main"/>
        </p:blipFill>
        <p:spPr>
          <a:xfrm xmlns:a="http://schemas.openxmlformats.org/drawingml/2006/main">
            <a:off x="838200" y="7981950"/>
            <a:ext cx="1714500" cy="453628"/>
          </a:xfrm>
          <a:prstGeom xmlns:a="http://schemas.openxmlformats.org/drawingml/2006/main" prst="rect">
            <a:avLst/>
          </a:prstGeom>
        </p:spPr>
      </p:pic>
      <p:sp>
        <p:nvSpPr>
          <p:cNvPr id="7" name="text-32">
            <a:extLst xmlns:a="http://schemas.openxmlformats.org/drawingml/2006/main">
              <a:ext uri="{FF2B5EF4-FFF2-40B4-BE49-F238E27FC236}">
                <a16:creationId xmlns:a16="http://schemas.microsoft.com/office/drawing/2014/main" id="{A62C9105-BBE0-49E6-815C-FAE3644E1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8010525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  <a:lvl6pPr algn="l">
              <a:defRPr/>
            </a:lvl6pPr>
            <a:lvl7pPr algn="l">
              <a:defRPr/>
            </a:lvl7pPr>
            <a:lvl8pPr algn="l">
              <a:defRPr/>
            </a:lvl8pPr>
            <a:lvl9pPr algn="l">
              <a:defRPr/>
            </a:lvl9pPr>
          </a:lstStyle>
          <a:p xmlns:a="http://schemas.openxmlformats.org/drawingml/2006/main"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75" b="0">
                <a:solidFill>
                  <a:srgbClr val="62625D"/>
                </a:solidFill>
                <a:latin typeface="Noto Sans SC"/>
                <a:ea typeface="Noto Sans SC"/>
                <a:cs typeface="Noto Sans SC"/>
              </a:rPr>
              <a:t>从关键选择到后续推进，让你的团队获得持续的营销判断与协作支持。</a:t>
            </a:r>
          </a:p>
        </p:txBody>
      </p:sp>
      <p:sp>
        <p:nvSpPr>
          <p:cNvPr id="8" name="text-33">
            <a:extLst xmlns:a="http://schemas.openxmlformats.org/drawingml/2006/main">
              <a:ext uri="{FF2B5EF4-FFF2-40B4-BE49-F238E27FC236}">
                <a16:creationId xmlns:a16="http://schemas.microsoft.com/office/drawing/2014/main" id="{5C33677A-7432-42BD-A798-A934C3206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92200" y="7991475"/>
            <a:ext cx="609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/>
            <a:lvl1pPr algn="r">
              <a:defRPr/>
            </a:lvl1pPr>
            <a:lvl2pPr algn="r">
              <a:defRPr/>
            </a:lvl2pPr>
            <a:lvl3pPr algn="r">
              <a:defRPr/>
            </a:lvl3pPr>
            <a:lvl4pPr algn="r">
              <a:defRPr/>
            </a:lvl4pPr>
            <a:lvl5pPr algn="r">
              <a:defRPr/>
            </a:lvl5pPr>
            <a:lvl6pPr algn="r">
              <a:defRPr/>
            </a:lvl6pPr>
            <a:lvl7pPr algn="r">
              <a:defRPr/>
            </a:lvl7pPr>
            <a:lvl8pPr algn="r">
              <a:defRPr/>
            </a:lvl8pPr>
            <a:lvl9pPr algn="r">
              <a:defRPr/>
            </a:lvl9pPr>
          </a:lstStyle>
          <a:p xmlns:a="http://schemas.openxmlformats.org/drawingml/2006/main"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 b="0">
                <a:solidFill>
                  <a:srgbClr val="62625D"/>
                </a:solidFill>
                <a:latin typeface="Instrument Sans"/>
                <a:ea typeface="Instrument Sans"/>
                <a:cs typeface="Instrument Sans"/>
              </a:rPr>
              <a:t>03</a:t>
            </a:r>
          </a:p>
        </p:txBody>
      </p:sp>
      <p:sp>
        <p:nvSpPr>
          <p:cNvPr id="9" name="text-34">
            <a:extLst xmlns:a="http://schemas.openxmlformats.org/drawingml/2006/main">
              <a:ext uri="{FF2B5EF4-FFF2-40B4-BE49-F238E27FC236}">
                <a16:creationId xmlns:a16="http://schemas.microsoft.com/office/drawing/2014/main" id="{A2233C7A-00AA-4808-B606-2A85F0B3C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95625"/>
            <a:ext cx="571500" cy="5000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  <a:lvl6pPr algn="l">
              <a:defRPr/>
            </a:lvl6pPr>
            <a:lvl7pPr algn="l">
              <a:defRPr/>
            </a:lvl7pPr>
            <a:lvl8pPr algn="l">
              <a:defRPr/>
            </a:lvl8pPr>
            <a:lvl9pPr algn="l">
              <a:defRPr/>
            </a:lvl9pPr>
          </a:lstStyle>
          <a:p xmlns:a="http://schemas.openxmlformats.org/drawingml/2006/main"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625" b="0">
                <a:solidFill>
                  <a:srgbClr val="2454FF"/>
                </a:solidFill>
                <a:latin typeface="Instrument Sans"/>
                <a:ea typeface="Instrument Sans"/>
                <a:cs typeface="Instrument Sans"/>
              </a:rPr>
              <a:t>01</a:t>
            </a:r>
          </a:p>
        </p:txBody>
      </p:sp>
      <p:cxnSp>
        <p:nvCxnSpPr>
          <p:cNvPr id="10" name="connector-35">
            <a:extLst xmlns:a="http://schemas.openxmlformats.org/drawingml/2006/main">
              <a:ext uri="{FF2B5EF4-FFF2-40B4-BE49-F238E27FC236}">
                <a16:creationId xmlns:a16="http://schemas.microsoft.com/office/drawing/2014/main" id="{36BE9892-0566-4C71-8B6D-13297F28B693}"/>
              </a:ext>
            </a:extLst>
          </p:cNvPr>
          <p:cNvCxnSpPr/>
          <p:nvPr/>
        </p:nvCxnSpPr>
        <p:spPr>
          <a:xfrm xmlns:a="http://schemas.openxmlformats.org/drawingml/2006/main">
            <a:off x="1562100" y="3333750"/>
            <a:ext cx="35814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4FF"/>
            </a:solidFill>
            <a:prstDash val="solid"/>
            <a:tailEnd type="triangle" w="sm" len="sm"/>
          </a:ln>
        </p:spPr>
      </p:cxnSp>
      <p:sp>
        <p:nvSpPr>
          <p:cNvPr id="11" name="text-36">
            <a:extLst xmlns:a="http://schemas.openxmlformats.org/drawingml/2006/main">
              <a:ext uri="{FF2B5EF4-FFF2-40B4-BE49-F238E27FC236}">
                <a16:creationId xmlns:a16="http://schemas.microsoft.com/office/drawing/2014/main" id="{E57D0CBA-D629-40B1-AFF4-632D85DE0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876675"/>
            <a:ext cx="43053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  <a:lvl6pPr algn="l">
              <a:defRPr/>
            </a:lvl6pPr>
            <a:lvl7pPr algn="l">
              <a:defRPr/>
            </a:lvl7pPr>
            <a:lvl8pPr algn="l">
              <a:defRPr/>
            </a:lvl8pPr>
            <a:lvl9pPr algn="l">
              <a:defRPr/>
            </a:lvl9pPr>
          </a:lstStyle>
          <a:p xmlns:a="http://schemas.openxmlformats.org/drawingml/2006/main"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0">
                <a:solidFill>
                  <a:srgbClr val="111111"/>
                </a:solidFill>
                <a:latin typeface="Noto Sans SC Medium"/>
                <a:ea typeface="Noto Sans SC Medium"/>
                <a:cs typeface="Noto Sans SC Medium"/>
              </a:rPr>
              <a:t>一起判断，确定重点</a:t>
            </a:r>
          </a:p>
        </p:txBody>
      </p:sp>
      <p:sp>
        <p:nvSpPr>
          <p:cNvPr id="12" name="text-37">
            <a:extLst xmlns:a="http://schemas.openxmlformats.org/drawingml/2006/main">
              <a:ext uri="{FF2B5EF4-FFF2-40B4-BE49-F238E27FC236}">
                <a16:creationId xmlns:a16="http://schemas.microsoft.com/office/drawing/2014/main" id="{7ABEDADF-01CB-4210-8008-11BD2F74B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867275"/>
            <a:ext cx="43053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  <a:lvl6pPr algn="l">
              <a:defRPr/>
            </a:lvl6pPr>
            <a:lvl7pPr algn="l">
              <a:defRPr/>
            </a:lvl7pPr>
            <a:lvl8pPr algn="l">
              <a:defRPr/>
            </a:lvl8pPr>
            <a:lvl9pPr algn="l">
              <a:defRPr/>
            </a:lvl9pPr>
          </a:lstStyle>
          <a:p xmlns:a="http://schemas.openxmlformats.org/drawingml/2006/main"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100" b="0">
                <a:solidFill>
                  <a:srgbClr val="111111"/>
                </a:solidFill>
                <a:latin typeface="Noto Sans SC"/>
                <a:ea typeface="Noto Sans SC"/>
                <a:cs typeface="Noto Sans SC"/>
              </a:rPr>
              <a:t>将产品与业务信息放进市场和</a:t>
            </a:r>
          </a:p>
          <a:p xmlns:a="http://schemas.openxmlformats.org/drawingml/2006/main"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100" b="0">
                <a:solidFill>
                  <a:srgbClr val="111111"/>
                </a:solidFill>
                <a:latin typeface="Noto Sans SC"/>
                <a:ea typeface="Noto Sans SC"/>
                <a:cs typeface="Noto Sans SC"/>
              </a:rPr>
              <a:t>用户视角中讨论，帮助团队判</a:t>
            </a:r>
          </a:p>
          <a:p xmlns:a="http://schemas.openxmlformats.org/drawingml/2006/main"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100" b="0">
                <a:solidFill>
                  <a:srgbClr val="111111"/>
                </a:solidFill>
                <a:latin typeface="Noto Sans SC"/>
                <a:ea typeface="Noto Sans SC"/>
                <a:cs typeface="Noto Sans SC"/>
              </a:rPr>
              <a:t>断方向、比较选择、明</a:t>
            </a:r>
          </a:p>
          <a:p xmlns:a="http://schemas.openxmlformats.org/drawingml/2006/main"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100" b="0">
                <a:solidFill>
                  <a:srgbClr val="111111"/>
                </a:solidFill>
                <a:latin typeface="Noto Sans SC"/>
                <a:ea typeface="Noto Sans SC"/>
                <a:cs typeface="Noto Sans SC"/>
              </a:rPr>
              <a:t>确优先级。</a:t>
            </a:r>
          </a:p>
        </p:txBody>
      </p:sp>
      <p:sp>
        <p:nvSpPr>
          <p:cNvPr id="13" name="text-38">
            <a:extLst xmlns:a="http://schemas.openxmlformats.org/drawingml/2006/main">
              <a:ext uri="{FF2B5EF4-FFF2-40B4-BE49-F238E27FC236}">
                <a16:creationId xmlns:a16="http://schemas.microsoft.com/office/drawing/2014/main" id="{B7F08281-1A3C-40F6-A0A7-74F7D757B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3095625"/>
            <a:ext cx="571500" cy="5000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  <a:lvl6pPr algn="l">
              <a:defRPr/>
            </a:lvl6pPr>
            <a:lvl7pPr algn="l">
              <a:defRPr/>
            </a:lvl7pPr>
            <a:lvl8pPr algn="l">
              <a:defRPr/>
            </a:lvl8pPr>
            <a:lvl9pPr algn="l">
              <a:defRPr/>
            </a:lvl9pPr>
          </a:lstStyle>
          <a:p xmlns:a="http://schemas.openxmlformats.org/drawingml/2006/main"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625" b="0">
                <a:solidFill>
                  <a:srgbClr val="2454FF"/>
                </a:solidFill>
                <a:latin typeface="Instrument Sans"/>
                <a:ea typeface="Instrument Sans"/>
                <a:cs typeface="Instrument Sans"/>
              </a:rPr>
              <a:t>02</a:t>
            </a:r>
          </a:p>
        </p:txBody>
      </p:sp>
      <p:cxnSp>
        <p:nvCxnSpPr>
          <p:cNvPr id="14" name="connector-39">
            <a:extLst xmlns:a="http://schemas.openxmlformats.org/drawingml/2006/main">
              <a:ext uri="{FF2B5EF4-FFF2-40B4-BE49-F238E27FC236}">
                <a16:creationId xmlns:a16="http://schemas.microsoft.com/office/drawing/2014/main" id="{567519AC-2BF7-463E-B3A2-115F38DA9DFD}"/>
              </a:ext>
            </a:extLst>
          </p:cNvPr>
          <p:cNvCxnSpPr/>
          <p:nvPr/>
        </p:nvCxnSpPr>
        <p:spPr>
          <a:xfrm xmlns:a="http://schemas.openxmlformats.org/drawingml/2006/main">
            <a:off x="6191250" y="3333750"/>
            <a:ext cx="35814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4FF"/>
            </a:solidFill>
            <a:prstDash val="solid"/>
            <a:tailEnd type="triangle" w="sm" len="sm"/>
          </a:ln>
        </p:spPr>
      </p:cxnSp>
      <p:sp>
        <p:nvSpPr>
          <p:cNvPr id="15" name="text-40">
            <a:extLst xmlns:a="http://schemas.openxmlformats.org/drawingml/2006/main">
              <a:ext uri="{FF2B5EF4-FFF2-40B4-BE49-F238E27FC236}">
                <a16:creationId xmlns:a16="http://schemas.microsoft.com/office/drawing/2014/main" id="{D00F38EB-89E4-4B82-BEEA-0D87B62CA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3876675"/>
            <a:ext cx="43053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  <a:lvl6pPr algn="l">
              <a:defRPr/>
            </a:lvl6pPr>
            <a:lvl7pPr algn="l">
              <a:defRPr/>
            </a:lvl7pPr>
            <a:lvl8pPr algn="l">
              <a:defRPr/>
            </a:lvl8pPr>
            <a:lvl9pPr algn="l">
              <a:defRPr/>
            </a:lvl9pPr>
          </a:lstStyle>
          <a:p xmlns:a="http://schemas.openxmlformats.org/drawingml/2006/main"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0">
                <a:solidFill>
                  <a:srgbClr val="111111"/>
                </a:solidFill>
                <a:latin typeface="Noto Sans SC Medium"/>
                <a:ea typeface="Noto Sans SC Medium"/>
                <a:cs typeface="Noto Sans SC Medium"/>
              </a:rPr>
              <a:t>统筹规划，协调资源</a:t>
            </a:r>
          </a:p>
        </p:txBody>
      </p:sp>
      <p:sp>
        <p:nvSpPr>
          <p:cNvPr id="16" name="text-41">
            <a:extLst xmlns:a="http://schemas.openxmlformats.org/drawingml/2006/main">
              <a:ext uri="{FF2B5EF4-FFF2-40B4-BE49-F238E27FC236}">
                <a16:creationId xmlns:a16="http://schemas.microsoft.com/office/drawing/2014/main" id="{1774BE29-E6D1-4B27-9846-A0064D094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4867275"/>
            <a:ext cx="43053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  <a:lvl6pPr algn="l">
              <a:defRPr/>
            </a:lvl6pPr>
            <a:lvl7pPr algn="l">
              <a:defRPr/>
            </a:lvl7pPr>
            <a:lvl8pPr algn="l">
              <a:defRPr/>
            </a:lvl8pPr>
            <a:lvl9pPr algn="l">
              <a:defRPr/>
            </a:lvl9pPr>
          </a:lstStyle>
          <a:p xmlns:a="http://schemas.openxmlformats.org/drawingml/2006/main"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100" b="0">
                <a:solidFill>
                  <a:srgbClr val="111111"/>
                </a:solidFill>
                <a:latin typeface="Noto Sans SC"/>
                <a:ea typeface="Noto Sans SC"/>
                <a:cs typeface="Noto Sans SC"/>
              </a:rPr>
              <a:t>把营销目标转化为阶段计划，</a:t>
            </a:r>
          </a:p>
          <a:p xmlns:a="http://schemas.openxmlformats.org/drawingml/2006/main"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100" b="0">
                <a:solidFill>
                  <a:srgbClr val="111111"/>
                </a:solidFill>
                <a:latin typeface="Noto Sans SC"/>
                <a:ea typeface="Noto Sans SC"/>
                <a:cs typeface="Noto Sans SC"/>
              </a:rPr>
              <a:t>协调客户团队、</a:t>
            </a:r>
            <a:r>
              <a:rPr sz="2100" b="0">
                <a:solidFill>
                  <a:srgbClr val="111111"/>
                </a:solidFill>
                <a:latin typeface="Instrument Sans"/>
                <a:ea typeface="Instrument Sans"/>
                <a:cs typeface="Instrument Sans"/>
              </a:rPr>
              <a:t>Outrise </a:t>
            </a:r>
            <a:r>
              <a:rPr sz="2100" b="0">
                <a:solidFill>
                  <a:srgbClr val="111111"/>
                </a:solidFill>
                <a:latin typeface="Noto Sans SC"/>
                <a:ea typeface="Noto Sans SC"/>
                <a:cs typeface="Noto Sans SC"/>
              </a:rPr>
              <a:t>与专业</a:t>
            </a:r>
          </a:p>
          <a:p xmlns:a="http://schemas.openxmlformats.org/drawingml/2006/main"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100" b="0">
                <a:solidFill>
                  <a:srgbClr val="111111"/>
                </a:solidFill>
                <a:latin typeface="Noto Sans SC"/>
                <a:ea typeface="Noto Sans SC"/>
                <a:cs typeface="Noto Sans SC"/>
              </a:rPr>
              <a:t>伙伴的分工，让渠道、内容和</a:t>
            </a:r>
          </a:p>
          <a:p xmlns:a="http://schemas.openxmlformats.org/drawingml/2006/main"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100" b="0">
                <a:solidFill>
                  <a:srgbClr val="111111"/>
                </a:solidFill>
                <a:latin typeface="Noto Sans SC"/>
                <a:ea typeface="Noto Sans SC"/>
                <a:cs typeface="Noto Sans SC"/>
              </a:rPr>
              <a:t>资源安排相互衔接。</a:t>
            </a:r>
          </a:p>
        </p:txBody>
      </p:sp>
      <p:sp>
        <p:nvSpPr>
          <p:cNvPr id="17" name="text-42">
            <a:extLst xmlns:a="http://schemas.openxmlformats.org/drawingml/2006/main">
              <a:ext uri="{FF2B5EF4-FFF2-40B4-BE49-F238E27FC236}">
                <a16:creationId xmlns:a16="http://schemas.microsoft.com/office/drawing/2014/main" id="{DA8A06CC-600B-411B-B8BC-1E58B7A17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095625"/>
            <a:ext cx="571500" cy="5000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  <a:lvl6pPr algn="l">
              <a:defRPr/>
            </a:lvl6pPr>
            <a:lvl7pPr algn="l">
              <a:defRPr/>
            </a:lvl7pPr>
            <a:lvl8pPr algn="l">
              <a:defRPr/>
            </a:lvl8pPr>
            <a:lvl9pPr algn="l">
              <a:defRPr/>
            </a:lvl9pPr>
          </a:lstStyle>
          <a:p xmlns:a="http://schemas.openxmlformats.org/drawingml/2006/main"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625" b="0">
                <a:solidFill>
                  <a:srgbClr val="2454FF"/>
                </a:solidFill>
                <a:latin typeface="Instrument Sans"/>
                <a:ea typeface="Instrument Sans"/>
                <a:cs typeface="Instrument Sans"/>
              </a:rPr>
              <a:t>03</a:t>
            </a:r>
          </a:p>
        </p:txBody>
      </p:sp>
      <p:sp>
        <p:nvSpPr>
          <p:cNvPr id="18" name="text-43">
            <a:extLst xmlns:a="http://schemas.openxmlformats.org/drawingml/2006/main">
              <a:ext uri="{FF2B5EF4-FFF2-40B4-BE49-F238E27FC236}">
                <a16:creationId xmlns:a16="http://schemas.microsoft.com/office/drawing/2014/main" id="{AE73E3DF-3CA6-4CA8-AC05-354982FC1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876675"/>
            <a:ext cx="43053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  <a:lvl6pPr algn="l">
              <a:defRPr/>
            </a:lvl6pPr>
            <a:lvl7pPr algn="l">
              <a:defRPr/>
            </a:lvl7pPr>
            <a:lvl8pPr algn="l">
              <a:defRPr/>
            </a:lvl8pPr>
            <a:lvl9pPr algn="l">
              <a:defRPr/>
            </a:lvl9pPr>
          </a:lstStyle>
          <a:p xmlns:a="http://schemas.openxmlformats.org/drawingml/2006/main"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0">
                <a:solidFill>
                  <a:srgbClr val="111111"/>
                </a:solidFill>
                <a:latin typeface="Noto Sans SC Medium"/>
                <a:ea typeface="Noto Sans SC Medium"/>
                <a:cs typeface="Noto Sans SC Medium"/>
              </a:rPr>
              <a:t>推进工作，持续调整</a:t>
            </a:r>
          </a:p>
        </p:txBody>
      </p:sp>
      <p:sp>
        <p:nvSpPr>
          <p:cNvPr id="19" name="text-44">
            <a:extLst xmlns:a="http://schemas.openxmlformats.org/drawingml/2006/main">
              <a:ext uri="{FF2B5EF4-FFF2-40B4-BE49-F238E27FC236}">
                <a16:creationId xmlns:a16="http://schemas.microsoft.com/office/drawing/2014/main" id="{D499CEDB-1E8F-41D3-A344-D663DAB72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867275"/>
            <a:ext cx="43053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  <a:lvl6pPr algn="l">
              <a:defRPr/>
            </a:lvl6pPr>
            <a:lvl7pPr algn="l">
              <a:defRPr/>
            </a:lvl7pPr>
            <a:lvl8pPr algn="l">
              <a:defRPr/>
            </a:lvl8pPr>
            <a:lvl9pPr algn="l">
              <a:defRPr/>
            </a:lvl9pPr>
          </a:lstStyle>
          <a:p xmlns:a="http://schemas.openxmlformats.org/drawingml/2006/main"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100" b="0">
                <a:solidFill>
                  <a:srgbClr val="111111"/>
                </a:solidFill>
                <a:latin typeface="Noto Sans SC"/>
                <a:ea typeface="Noto Sans SC"/>
                <a:cs typeface="Noto Sans SC"/>
              </a:rPr>
              <a:t>承担约定的关键执行，跟进工</a:t>
            </a:r>
          </a:p>
          <a:p xmlns:a="http://schemas.openxmlformats.org/drawingml/2006/main"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100" b="0">
                <a:solidFill>
                  <a:srgbClr val="111111"/>
                </a:solidFill>
                <a:latin typeface="Noto Sans SC"/>
                <a:ea typeface="Noto Sans SC"/>
                <a:cs typeface="Noto Sans SC"/>
              </a:rPr>
              <a:t>作进展，把市场反馈带回讨</a:t>
            </a:r>
          </a:p>
          <a:p xmlns:a="http://schemas.openxmlformats.org/drawingml/2006/main"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100" b="0">
                <a:solidFill>
                  <a:srgbClr val="111111"/>
                </a:solidFill>
                <a:latin typeface="Noto Sans SC"/>
                <a:ea typeface="Noto Sans SC"/>
                <a:cs typeface="Noto Sans SC"/>
              </a:rPr>
              <a:t>论，推动下一轮决策与调整。</a:t>
            </a:r>
          </a:p>
        </p:txBody>
      </p:sp>
    </p:spTree>
    <p:extLst>
      <p:ext uri="{BB962C8B-B14F-4D97-AF65-F5344CB8AC3E}">
        <p14:creationId xmlns:p14="http://schemas.microsoft.com/office/powerpoint/2010/main" val="90152749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4F1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panel-45">
            <a:extLst xmlns:a="http://schemas.openxmlformats.org/drawingml/2006/main">
              <a:ext uri="{FF2B5EF4-FFF2-40B4-BE49-F238E27FC236}">
                <a16:creationId xmlns:a16="http://schemas.microsoft.com/office/drawing/2014/main" id="{424A0625-00DB-481A-BDDE-76F6E4FE5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33400"/>
            <a:ext cx="3619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ext-46">
            <a:extLst xmlns:a="http://schemas.openxmlformats.org/drawingml/2006/main">
              <a:ext uri="{FF2B5EF4-FFF2-40B4-BE49-F238E27FC236}">
                <a16:creationId xmlns:a16="http://schemas.microsoft.com/office/drawing/2014/main" id="{BC970180-E5BC-4975-A381-ADA8FC859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00050"/>
            <a:ext cx="11430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  <a:lvl6pPr algn="l">
              <a:defRPr/>
            </a:lvl6pPr>
            <a:lvl7pPr algn="l">
              <a:defRPr/>
            </a:lvl7pPr>
            <a:lvl8pPr algn="l">
              <a:defRPr/>
            </a:lvl8pPr>
            <a:lvl9pPr algn="l">
              <a:defRPr/>
            </a:lvl9pPr>
          </a:lstStyle>
          <a:p xmlns:a="http://schemas.openxmlformats.org/drawingml/2006/main"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0">
                <a:solidFill>
                  <a:srgbClr val="62625D"/>
                </a:solidFill>
                <a:latin typeface="Noto Sans SC"/>
                <a:ea typeface="Noto Sans SC"/>
                <a:cs typeface="Noto Sans SC"/>
              </a:rPr>
              <a:t>我们服务谁</a:t>
            </a:r>
          </a:p>
        </p:txBody>
      </p:sp>
      <p:sp>
        <p:nvSpPr>
          <p:cNvPr id="3" name="title-47">
            <a:extLst xmlns:a="http://schemas.openxmlformats.org/drawingml/2006/main">
              <a:ext uri="{FF2B5EF4-FFF2-40B4-BE49-F238E27FC236}">
                <a16:creationId xmlns:a16="http://schemas.microsoft.com/office/drawing/2014/main" id="{0F28D230-F66D-4903-82AA-141931454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000125"/>
            <a:ext cx="135636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  <a:lvl6pPr algn="l">
              <a:defRPr/>
            </a:lvl6pPr>
            <a:lvl7pPr algn="l">
              <a:defRPr/>
            </a:lvl7pPr>
            <a:lvl8pPr algn="l">
              <a:defRPr/>
            </a:lvl8pPr>
            <a:lvl9pPr algn="l">
              <a:defRPr/>
            </a:lvl9pPr>
          </a:lstStyle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050" b="0">
                <a:solidFill>
                  <a:srgbClr val="111111"/>
                </a:solidFill>
                <a:latin typeface="Noto Sans SC SemiBold"/>
                <a:ea typeface="Noto Sans SC SemiBold"/>
                <a:cs typeface="Noto Sans SC SemiBold"/>
              </a:rPr>
              <a:t>服务消费品牌与科技创业公司</a:t>
            </a:r>
          </a:p>
        </p:txBody>
      </p:sp>
      <p:sp>
        <p:nvSpPr>
          <p:cNvPr id="4" name="text-48">
            <a:extLst xmlns:a="http://schemas.openxmlformats.org/drawingml/2006/main">
              <a:ext uri="{FF2B5EF4-FFF2-40B4-BE49-F238E27FC236}">
                <a16:creationId xmlns:a16="http://schemas.microsoft.com/office/drawing/2014/main" id="{A79F53B3-BDFC-43D2-AAC5-83DF9AE19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52625"/>
            <a:ext cx="135636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  <a:lvl6pPr algn="l">
              <a:defRPr/>
            </a:lvl6pPr>
            <a:lvl7pPr algn="l">
              <a:defRPr/>
            </a:lvl7pPr>
            <a:lvl8pPr algn="l">
              <a:defRPr/>
            </a:lvl8pPr>
            <a:lvl9pPr algn="l">
              <a:defRPr/>
            </a:lvl9pPr>
          </a:lstStyle>
          <a:p xmlns:a="http://schemas.openxmlformats.org/drawingml/2006/main"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025" b="0">
                <a:solidFill>
                  <a:srgbClr val="62625D"/>
                </a:solidFill>
                <a:latin typeface="Noto Sans SC"/>
                <a:ea typeface="Noto Sans SC"/>
                <a:cs typeface="Noto Sans SC"/>
              </a:rPr>
              <a:t>同样聚焦北美，回应不同的业务需求。</a:t>
            </a:r>
          </a:p>
        </p:txBody>
      </p:sp>
      <p:cxnSp>
        <p:nvCxnSpPr>
          <p:cNvPr id="5" name="connector-49">
            <a:extLst xmlns:a="http://schemas.openxmlformats.org/drawingml/2006/main">
              <a:ext uri="{FF2B5EF4-FFF2-40B4-BE49-F238E27FC236}">
                <a16:creationId xmlns:a16="http://schemas.microsoft.com/office/drawing/2014/main" id="{ECFF73E4-C1B3-4488-A017-A62F4CEC72BA}"/>
              </a:ext>
            </a:extLst>
          </p:cNvPr>
          <p:cNvCxnSpPr/>
          <p:nvPr/>
        </p:nvCxnSpPr>
        <p:spPr>
          <a:xfrm xmlns:a="http://schemas.openxmlformats.org/drawingml/2006/main">
            <a:off x="838200" y="7762875"/>
            <a:ext cx="135636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6D4CB"/>
            </a:solidFill>
            <a:prstDash val="solid"/>
          </a:ln>
        </p:spPr>
      </p:cxn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787197-D652-42D1-B7C7-9E9ABF1EC67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8478b0d924947fe"/>
          <a:stretch xmlns:a="http://schemas.openxmlformats.org/drawingml/2006/main"/>
        </p:blipFill>
        <p:spPr>
          <a:xfrm xmlns:a="http://schemas.openxmlformats.org/drawingml/2006/main">
            <a:off x="838200" y="7981950"/>
            <a:ext cx="1714500" cy="453628"/>
          </a:xfrm>
          <a:prstGeom xmlns:a="http://schemas.openxmlformats.org/drawingml/2006/main" prst="rect">
            <a:avLst/>
          </a:prstGeom>
        </p:spPr>
      </p:pic>
      <p:sp>
        <p:nvSpPr>
          <p:cNvPr id="7" name="text-50">
            <a:extLst xmlns:a="http://schemas.openxmlformats.org/drawingml/2006/main">
              <a:ext uri="{FF2B5EF4-FFF2-40B4-BE49-F238E27FC236}">
                <a16:creationId xmlns:a16="http://schemas.microsoft.com/office/drawing/2014/main" id="{478CAF26-A2B4-423E-8FA9-324D85443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92200" y="7991475"/>
            <a:ext cx="609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/>
            <a:lvl1pPr algn="r">
              <a:defRPr/>
            </a:lvl1pPr>
            <a:lvl2pPr algn="r">
              <a:defRPr/>
            </a:lvl2pPr>
            <a:lvl3pPr algn="r">
              <a:defRPr/>
            </a:lvl3pPr>
            <a:lvl4pPr algn="r">
              <a:defRPr/>
            </a:lvl4pPr>
            <a:lvl5pPr algn="r">
              <a:defRPr/>
            </a:lvl5pPr>
            <a:lvl6pPr algn="r">
              <a:defRPr/>
            </a:lvl6pPr>
            <a:lvl7pPr algn="r">
              <a:defRPr/>
            </a:lvl7pPr>
            <a:lvl8pPr algn="r">
              <a:defRPr/>
            </a:lvl8pPr>
            <a:lvl9pPr algn="r">
              <a:defRPr/>
            </a:lvl9pPr>
          </a:lstStyle>
          <a:p xmlns:a="http://schemas.openxmlformats.org/drawingml/2006/main"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 b="0">
                <a:solidFill>
                  <a:srgbClr val="62625D"/>
                </a:solidFill>
                <a:latin typeface="Instrument Sans"/>
                <a:ea typeface="Instrument Sans"/>
                <a:cs typeface="Instrument Sans"/>
              </a:rPr>
              <a:t>04</a:t>
            </a:r>
          </a:p>
        </p:txBody>
      </p:sp>
      <p:cxnSp>
        <p:nvCxnSpPr>
          <p:cNvPr id="8" name="connector-51">
            <a:extLst xmlns:a="http://schemas.openxmlformats.org/drawingml/2006/main">
              <a:ext uri="{FF2B5EF4-FFF2-40B4-BE49-F238E27FC236}">
                <a16:creationId xmlns:a16="http://schemas.microsoft.com/office/drawing/2014/main" id="{D8C547EE-3294-45D9-8D59-425674F1F021}"/>
              </a:ext>
            </a:extLst>
          </p:cNvPr>
          <p:cNvCxnSpPr/>
          <p:nvPr/>
        </p:nvCxnSpPr>
        <p:spPr>
          <a:xfrm xmlns:a="http://schemas.openxmlformats.org/drawingml/2006/main">
            <a:off x="838200" y="3076575"/>
            <a:ext cx="645795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2454FF"/>
            </a:solidFill>
            <a:prstDash val="solid"/>
          </a:ln>
        </p:spPr>
      </p:cxnSp>
      <p:sp>
        <p:nvSpPr>
          <p:cNvPr id="9" name="text-52">
            <a:extLst xmlns:a="http://schemas.openxmlformats.org/drawingml/2006/main">
              <a:ext uri="{FF2B5EF4-FFF2-40B4-BE49-F238E27FC236}">
                <a16:creationId xmlns:a16="http://schemas.microsoft.com/office/drawing/2014/main" id="{BAE7B71B-75E2-4560-8708-3D60FB3CB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314700"/>
            <a:ext cx="64579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  <a:lvl6pPr algn="l">
              <a:defRPr/>
            </a:lvl6pPr>
            <a:lvl7pPr algn="l">
              <a:defRPr/>
            </a:lvl7pPr>
            <a:lvl8pPr algn="l">
              <a:defRPr/>
            </a:lvl8pPr>
            <a:lvl9pPr algn="l">
              <a:defRPr/>
            </a:lvl9pPr>
          </a:lstStyle>
          <a:p xmlns:a="http://schemas.openxmlformats.org/drawingml/2006/main"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 b="0">
                <a:solidFill>
                  <a:srgbClr val="62625D"/>
                </a:solidFill>
                <a:latin typeface="Instrument Sans"/>
                <a:ea typeface="Instrument Sans"/>
                <a:cs typeface="Instrument Sans"/>
              </a:rPr>
              <a:t>CONSUMER BRANDS</a:t>
            </a:r>
          </a:p>
        </p:txBody>
      </p:sp>
      <p:sp>
        <p:nvSpPr>
          <p:cNvPr id="10" name="text-53">
            <a:extLst xmlns:a="http://schemas.openxmlformats.org/drawingml/2006/main">
              <a:ext uri="{FF2B5EF4-FFF2-40B4-BE49-F238E27FC236}">
                <a16:creationId xmlns:a16="http://schemas.microsoft.com/office/drawing/2014/main" id="{8E34FC8C-A7A9-43A7-B035-6F506B4F2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867150"/>
            <a:ext cx="64579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  <a:lvl6pPr algn="l">
              <a:defRPr/>
            </a:lvl6pPr>
            <a:lvl7pPr algn="l">
              <a:defRPr/>
            </a:lvl7pPr>
            <a:lvl8pPr algn="l">
              <a:defRPr/>
            </a:lvl8pPr>
            <a:lvl9pPr algn="l">
              <a:defRPr/>
            </a:lvl9pPr>
          </a:lstStyle>
          <a:p xmlns:a="http://schemas.openxmlformats.org/drawingml/2006/main"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625" b="0">
                <a:solidFill>
                  <a:srgbClr val="111111"/>
                </a:solidFill>
                <a:latin typeface="Noto Sans SC Medium"/>
                <a:ea typeface="Noto Sans SC Medium"/>
                <a:cs typeface="Noto Sans SC Medium"/>
              </a:rPr>
              <a:t>消费品牌出海</a:t>
            </a:r>
          </a:p>
        </p:txBody>
      </p:sp>
      <p:sp>
        <p:nvSpPr>
          <p:cNvPr id="11" name="text-54">
            <a:extLst xmlns:a="http://schemas.openxmlformats.org/drawingml/2006/main">
              <a:ext uri="{FF2B5EF4-FFF2-40B4-BE49-F238E27FC236}">
                <a16:creationId xmlns:a16="http://schemas.microsoft.com/office/drawing/2014/main" id="{6530D163-60D6-4B1A-9CBD-5719983DA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067300"/>
            <a:ext cx="64579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  <a:lvl6pPr algn="l">
              <a:defRPr/>
            </a:lvl6pPr>
            <a:lvl7pPr algn="l">
              <a:defRPr/>
            </a:lvl7pPr>
            <a:lvl8pPr algn="l">
              <a:defRPr/>
            </a:lvl8pPr>
            <a:lvl9pPr algn="l">
              <a:defRPr/>
            </a:lvl9pPr>
          </a:lstStyle>
          <a:p xmlns:a="http://schemas.openxmlformats.org/drawingml/2006/main"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100" b="0">
                <a:solidFill>
                  <a:srgbClr val="111111"/>
                </a:solidFill>
                <a:latin typeface="Noto Sans SC"/>
                <a:ea typeface="Noto Sans SC"/>
                <a:cs typeface="Noto Sans SC"/>
              </a:rPr>
              <a:t>面向希望进入或拓展北美市场的</a:t>
            </a:r>
            <a:r>
              <a:rPr sz="2100" b="0">
                <a:solidFill>
                  <a:srgbClr val="111111"/>
                </a:solidFill>
                <a:latin typeface="Instrument Sans"/>
                <a:ea typeface="Instrument Sans"/>
                <a:cs typeface="Instrument Sans"/>
              </a:rPr>
              <a:t> To C </a:t>
            </a:r>
            <a:r>
              <a:rPr sz="2100" b="0">
                <a:solidFill>
                  <a:srgbClr val="111111"/>
                </a:solidFill>
                <a:latin typeface="Noto Sans SC"/>
                <a:ea typeface="Noto Sans SC"/>
                <a:cs typeface="Noto Sans SC"/>
              </a:rPr>
              <a:t>品牌，兼</a:t>
            </a:r>
          </a:p>
          <a:p xmlns:a="http://schemas.openxmlformats.org/drawingml/2006/main"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100" b="0">
                <a:solidFill>
                  <a:srgbClr val="111111"/>
                </a:solidFill>
                <a:latin typeface="Noto Sans SC"/>
                <a:ea typeface="Noto Sans SC"/>
                <a:cs typeface="Noto Sans SC"/>
              </a:rPr>
              <a:t>顾电商销售增长，以及品牌认知、定位与</a:t>
            </a:r>
          </a:p>
          <a:p xmlns:a="http://schemas.openxmlformats.org/drawingml/2006/main"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100" b="0">
                <a:solidFill>
                  <a:srgbClr val="111111"/>
                </a:solidFill>
                <a:latin typeface="Noto Sans SC"/>
                <a:ea typeface="Noto Sans SC"/>
                <a:cs typeface="Noto Sans SC"/>
              </a:rPr>
              <a:t>持续传播。</a:t>
            </a:r>
          </a:p>
        </p:txBody>
      </p:sp>
      <p:sp>
        <p:nvSpPr>
          <p:cNvPr id="12" name="text-55">
            <a:extLst xmlns:a="http://schemas.openxmlformats.org/drawingml/2006/main">
              <a:ext uri="{FF2B5EF4-FFF2-40B4-BE49-F238E27FC236}">
                <a16:creationId xmlns:a16="http://schemas.microsoft.com/office/drawing/2014/main" id="{594F7820-26C2-4221-91B1-8BC69B349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991350"/>
            <a:ext cx="64579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  <a:lvl6pPr algn="l">
              <a:defRPr/>
            </a:lvl6pPr>
            <a:lvl7pPr algn="l">
              <a:defRPr/>
            </a:lvl7pPr>
            <a:lvl8pPr algn="l">
              <a:defRPr/>
            </a:lvl8pPr>
            <a:lvl9pPr algn="l">
              <a:defRPr/>
            </a:lvl9pPr>
          </a:lstStyle>
          <a:p xmlns:a="http://schemas.openxmlformats.org/drawingml/2006/main"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950" b="0">
                <a:solidFill>
                  <a:srgbClr val="2454FF"/>
                </a:solidFill>
                <a:latin typeface="Noto Sans SC Medium"/>
                <a:ea typeface="Noto Sans SC Medium"/>
                <a:cs typeface="Noto Sans SC Medium"/>
              </a:rPr>
              <a:t>品牌建设／电商增长</a:t>
            </a:r>
          </a:p>
        </p:txBody>
      </p:sp>
      <p:cxnSp>
        <p:nvCxnSpPr>
          <p:cNvPr id="13" name="connector-56">
            <a:extLst xmlns:a="http://schemas.openxmlformats.org/drawingml/2006/main">
              <a:ext uri="{FF2B5EF4-FFF2-40B4-BE49-F238E27FC236}">
                <a16:creationId xmlns:a16="http://schemas.microsoft.com/office/drawing/2014/main" id="{5C60C742-B86A-456F-8F72-87B95CC0E740}"/>
              </a:ext>
            </a:extLst>
          </p:cNvPr>
          <p:cNvCxnSpPr/>
          <p:nvPr/>
        </p:nvCxnSpPr>
        <p:spPr>
          <a:xfrm xmlns:a="http://schemas.openxmlformats.org/drawingml/2006/main">
            <a:off x="7943850" y="3076575"/>
            <a:ext cx="645795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2454FF"/>
            </a:solidFill>
            <a:prstDash val="solid"/>
          </a:ln>
        </p:spPr>
      </p:cxnSp>
      <p:sp>
        <p:nvSpPr>
          <p:cNvPr id="14" name="text-57">
            <a:extLst xmlns:a="http://schemas.openxmlformats.org/drawingml/2006/main">
              <a:ext uri="{FF2B5EF4-FFF2-40B4-BE49-F238E27FC236}">
                <a16:creationId xmlns:a16="http://schemas.microsoft.com/office/drawing/2014/main" id="{1DF16ABC-E4BA-4C27-AB08-9D291A152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314700"/>
            <a:ext cx="64579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  <a:lvl6pPr algn="l">
              <a:defRPr/>
            </a:lvl6pPr>
            <a:lvl7pPr algn="l">
              <a:defRPr/>
            </a:lvl7pPr>
            <a:lvl8pPr algn="l">
              <a:defRPr/>
            </a:lvl8pPr>
            <a:lvl9pPr algn="l">
              <a:defRPr/>
            </a:lvl9pPr>
          </a:lstStyle>
          <a:p xmlns:a="http://schemas.openxmlformats.org/drawingml/2006/main"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 b="0">
                <a:solidFill>
                  <a:srgbClr val="62625D"/>
                </a:solidFill>
                <a:latin typeface="Instrument Sans"/>
                <a:ea typeface="Instrument Sans"/>
                <a:cs typeface="Instrument Sans"/>
              </a:rPr>
              <a:t>TECH STARTUPS</a:t>
            </a:r>
          </a:p>
        </p:txBody>
      </p:sp>
      <p:sp>
        <p:nvSpPr>
          <p:cNvPr id="15" name="text-58">
            <a:extLst xmlns:a="http://schemas.openxmlformats.org/drawingml/2006/main">
              <a:ext uri="{FF2B5EF4-FFF2-40B4-BE49-F238E27FC236}">
                <a16:creationId xmlns:a16="http://schemas.microsoft.com/office/drawing/2014/main" id="{6CF0A58C-24F9-4110-A5E4-B5CFA8936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867150"/>
            <a:ext cx="64579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  <a:lvl6pPr algn="l">
              <a:defRPr/>
            </a:lvl6pPr>
            <a:lvl7pPr algn="l">
              <a:defRPr/>
            </a:lvl7pPr>
            <a:lvl8pPr algn="l">
              <a:defRPr/>
            </a:lvl8pPr>
            <a:lvl9pPr algn="l">
              <a:defRPr/>
            </a:lvl9pPr>
          </a:lstStyle>
          <a:p xmlns:a="http://schemas.openxmlformats.org/drawingml/2006/main"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625" b="0">
                <a:solidFill>
                  <a:srgbClr val="111111"/>
                </a:solidFill>
                <a:latin typeface="Noto Sans SC Medium"/>
                <a:ea typeface="Noto Sans SC Medium"/>
                <a:cs typeface="Noto Sans SC Medium"/>
              </a:rPr>
              <a:t>科技创业公司的市场进入与增长</a:t>
            </a:r>
          </a:p>
        </p:txBody>
      </p:sp>
      <p:sp>
        <p:nvSpPr>
          <p:cNvPr id="16" name="text-59">
            <a:extLst xmlns:a="http://schemas.openxmlformats.org/drawingml/2006/main">
              <a:ext uri="{FF2B5EF4-FFF2-40B4-BE49-F238E27FC236}">
                <a16:creationId xmlns:a16="http://schemas.microsoft.com/office/drawing/2014/main" id="{7158679B-BBCD-4668-A614-63B7DD425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5067300"/>
            <a:ext cx="64579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  <a:lvl6pPr algn="l">
              <a:defRPr/>
            </a:lvl6pPr>
            <a:lvl7pPr algn="l">
              <a:defRPr/>
            </a:lvl7pPr>
            <a:lvl8pPr algn="l">
              <a:defRPr/>
            </a:lvl8pPr>
            <a:lvl9pPr algn="l">
              <a:defRPr/>
            </a:lvl9pPr>
          </a:lstStyle>
          <a:p xmlns:a="http://schemas.openxmlformats.org/drawingml/2006/main"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100" b="0">
                <a:solidFill>
                  <a:srgbClr val="111111"/>
                </a:solidFill>
                <a:latin typeface="Noto Sans SC"/>
                <a:ea typeface="Noto Sans SC"/>
                <a:cs typeface="Noto Sans SC"/>
              </a:rPr>
              <a:t>面向不同类型的科技创业公司，围绕市场进入</a:t>
            </a:r>
          </a:p>
          <a:p xmlns:a="http://schemas.openxmlformats.org/drawingml/2006/main"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100" b="0">
                <a:solidFill>
                  <a:srgbClr val="111111"/>
                </a:solidFill>
                <a:latin typeface="Noto Sans SC"/>
                <a:ea typeface="Noto Sans SC"/>
                <a:cs typeface="Noto Sans SC"/>
              </a:rPr>
              <a:t>与增长（</a:t>
            </a:r>
            <a:r>
              <a:rPr sz="2100" b="0">
                <a:solidFill>
                  <a:srgbClr val="111111"/>
                </a:solidFill>
                <a:latin typeface="Instrument Sans"/>
                <a:ea typeface="Instrument Sans"/>
                <a:cs typeface="Instrument Sans"/>
              </a:rPr>
              <a:t>GTM</a:t>
            </a:r>
            <a:r>
              <a:rPr sz="2100" b="0">
                <a:solidFill>
                  <a:srgbClr val="111111"/>
                </a:solidFill>
                <a:latin typeface="Noto Sans SC"/>
                <a:ea typeface="Noto Sans SC"/>
                <a:cs typeface="Noto Sans SC"/>
              </a:rPr>
              <a:t>），帮助团队讲清产品价值、明</a:t>
            </a:r>
          </a:p>
          <a:p xmlns:a="http://schemas.openxmlformats.org/drawingml/2006/main"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100" b="0">
                <a:solidFill>
                  <a:srgbClr val="111111"/>
                </a:solidFill>
                <a:latin typeface="Noto Sans SC"/>
                <a:ea typeface="Noto Sans SC"/>
                <a:cs typeface="Noto Sans SC"/>
              </a:rPr>
              <a:t>确目标用户，并确定当前阶段的营销重点。</a:t>
            </a:r>
          </a:p>
        </p:txBody>
      </p:sp>
      <p:sp>
        <p:nvSpPr>
          <p:cNvPr id="17" name="text-60">
            <a:extLst xmlns:a="http://schemas.openxmlformats.org/drawingml/2006/main">
              <a:ext uri="{FF2B5EF4-FFF2-40B4-BE49-F238E27FC236}">
                <a16:creationId xmlns:a16="http://schemas.microsoft.com/office/drawing/2014/main" id="{FACEC533-C3AE-493A-9304-AC9A33E50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6991350"/>
            <a:ext cx="64579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  <a:lvl6pPr algn="l">
              <a:defRPr/>
            </a:lvl6pPr>
            <a:lvl7pPr algn="l">
              <a:defRPr/>
            </a:lvl7pPr>
            <a:lvl8pPr algn="l">
              <a:defRPr/>
            </a:lvl8pPr>
            <a:lvl9pPr algn="l">
              <a:defRPr/>
            </a:lvl9pPr>
          </a:lstStyle>
          <a:p xmlns:a="http://schemas.openxmlformats.org/drawingml/2006/main"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950" b="0">
                <a:solidFill>
                  <a:srgbClr val="2454FF"/>
                </a:solidFill>
                <a:latin typeface="Noto Sans SC Medium"/>
                <a:ea typeface="Noto Sans SC Medium"/>
                <a:cs typeface="Noto Sans SC Medium"/>
              </a:rPr>
              <a:t>市场进入／增长规划</a:t>
            </a:r>
          </a:p>
        </p:txBody>
      </p:sp>
    </p:spTree>
    <p:extLst>
      <p:ext uri="{BB962C8B-B14F-4D97-AF65-F5344CB8AC3E}">
        <p14:creationId xmlns:p14="http://schemas.microsoft.com/office/powerpoint/2010/main" val="32965271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4F1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panel-61">
            <a:extLst xmlns:a="http://schemas.openxmlformats.org/drawingml/2006/main">
              <a:ext uri="{FF2B5EF4-FFF2-40B4-BE49-F238E27FC236}">
                <a16:creationId xmlns:a16="http://schemas.microsoft.com/office/drawing/2014/main" id="{C8F8965C-90D6-4354-B074-3F6BCEDEA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33400"/>
            <a:ext cx="3619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ext-62">
            <a:extLst xmlns:a="http://schemas.openxmlformats.org/drawingml/2006/main">
              <a:ext uri="{FF2B5EF4-FFF2-40B4-BE49-F238E27FC236}">
                <a16:creationId xmlns:a16="http://schemas.microsoft.com/office/drawing/2014/main" id="{BB136167-ED52-4F55-8029-700DB8BDE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00050"/>
            <a:ext cx="11430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  <a:lvl6pPr algn="l">
              <a:defRPr/>
            </a:lvl6pPr>
            <a:lvl7pPr algn="l">
              <a:defRPr/>
            </a:lvl7pPr>
            <a:lvl8pPr algn="l">
              <a:defRPr/>
            </a:lvl8pPr>
            <a:lvl9pPr algn="l">
              <a:defRPr/>
            </a:lvl9pPr>
          </a:lstStyle>
          <a:p xmlns:a="http://schemas.openxmlformats.org/drawingml/2006/main"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0">
                <a:solidFill>
                  <a:srgbClr val="62625D"/>
                </a:solidFill>
                <a:latin typeface="Noto Sans SC"/>
                <a:ea typeface="Noto Sans SC"/>
                <a:cs typeface="Noto Sans SC"/>
              </a:rPr>
              <a:t>我们做什么</a:t>
            </a:r>
          </a:p>
        </p:txBody>
      </p:sp>
      <p:sp>
        <p:nvSpPr>
          <p:cNvPr id="3" name="title-63">
            <a:extLst xmlns:a="http://schemas.openxmlformats.org/drawingml/2006/main">
              <a:ext uri="{FF2B5EF4-FFF2-40B4-BE49-F238E27FC236}">
                <a16:creationId xmlns:a16="http://schemas.microsoft.com/office/drawing/2014/main" id="{FF42FD5E-0263-46DE-A505-86A8AA32C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000125"/>
            <a:ext cx="135636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  <a:lvl6pPr algn="l">
              <a:defRPr/>
            </a:lvl6pPr>
            <a:lvl7pPr algn="l">
              <a:defRPr/>
            </a:lvl7pPr>
            <a:lvl8pPr algn="l">
              <a:defRPr/>
            </a:lvl8pPr>
            <a:lvl9pPr algn="l">
              <a:defRPr/>
            </a:lvl9pPr>
          </a:lstStyle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050" b="0">
                <a:solidFill>
                  <a:srgbClr val="111111"/>
                </a:solidFill>
                <a:latin typeface="Noto Sans SC SemiBold"/>
                <a:ea typeface="Noto Sans SC SemiBold"/>
                <a:cs typeface="Noto Sans SC SemiBold"/>
              </a:rPr>
              <a:t>两项核心能力，连接策略与行动</a:t>
            </a:r>
          </a:p>
        </p:txBody>
      </p:sp>
      <p:sp>
        <p:nvSpPr>
          <p:cNvPr id="4" name="text-64">
            <a:extLst xmlns:a="http://schemas.openxmlformats.org/drawingml/2006/main">
              <a:ext uri="{FF2B5EF4-FFF2-40B4-BE49-F238E27FC236}">
                <a16:creationId xmlns:a16="http://schemas.microsoft.com/office/drawing/2014/main" id="{881B484F-6A60-4057-8F40-4E18340ED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52625"/>
            <a:ext cx="135636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  <a:lvl6pPr algn="l">
              <a:defRPr/>
            </a:lvl6pPr>
            <a:lvl7pPr algn="l">
              <a:defRPr/>
            </a:lvl7pPr>
            <a:lvl8pPr algn="l">
              <a:defRPr/>
            </a:lvl8pPr>
            <a:lvl9pPr algn="l">
              <a:defRPr/>
            </a:lvl9pPr>
          </a:lstStyle>
          <a:p xmlns:a="http://schemas.openxmlformats.org/drawingml/2006/main"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025" b="0">
                <a:solidFill>
                  <a:srgbClr val="62625D"/>
                </a:solidFill>
                <a:latin typeface="Noto Sans SC"/>
                <a:ea typeface="Noto Sans SC"/>
                <a:cs typeface="Noto Sans SC"/>
              </a:rPr>
              <a:t>以营销判断和渠道规划统筹工作，按目标组合执行能力。</a:t>
            </a:r>
          </a:p>
        </p:txBody>
      </p:sp>
      <p:cxnSp>
        <p:nvCxnSpPr>
          <p:cNvPr id="5" name="connector-65">
            <a:extLst xmlns:a="http://schemas.openxmlformats.org/drawingml/2006/main">
              <a:ext uri="{FF2B5EF4-FFF2-40B4-BE49-F238E27FC236}">
                <a16:creationId xmlns:a16="http://schemas.microsoft.com/office/drawing/2014/main" id="{EC276F33-A492-43C9-AD57-0A8400588DB6}"/>
              </a:ext>
            </a:extLst>
          </p:cNvPr>
          <p:cNvCxnSpPr/>
          <p:nvPr/>
        </p:nvCxnSpPr>
        <p:spPr>
          <a:xfrm xmlns:a="http://schemas.openxmlformats.org/drawingml/2006/main">
            <a:off x="838200" y="7762875"/>
            <a:ext cx="135636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6D4CB"/>
            </a:solidFill>
            <a:prstDash val="solid"/>
          </a:ln>
        </p:spPr>
      </p:cxn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8035B7-9BC8-4606-87CE-A2AFBAAB049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63d21d0ce224040"/>
          <a:stretch xmlns:a="http://schemas.openxmlformats.org/drawingml/2006/main"/>
        </p:blipFill>
        <p:spPr>
          <a:xfrm xmlns:a="http://schemas.openxmlformats.org/drawingml/2006/main">
            <a:off x="838200" y="7981950"/>
            <a:ext cx="1714500" cy="453628"/>
          </a:xfrm>
          <a:prstGeom xmlns:a="http://schemas.openxmlformats.org/drawingml/2006/main" prst="rect">
            <a:avLst/>
          </a:prstGeom>
        </p:spPr>
      </p:pic>
      <p:sp>
        <p:nvSpPr>
          <p:cNvPr id="7" name="text-66">
            <a:extLst xmlns:a="http://schemas.openxmlformats.org/drawingml/2006/main">
              <a:ext uri="{FF2B5EF4-FFF2-40B4-BE49-F238E27FC236}">
                <a16:creationId xmlns:a16="http://schemas.microsoft.com/office/drawing/2014/main" id="{92B7CFDA-A56C-4873-947E-CF59358B1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92200" y="7991475"/>
            <a:ext cx="609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/>
            <a:lvl1pPr algn="r">
              <a:defRPr/>
            </a:lvl1pPr>
            <a:lvl2pPr algn="r">
              <a:defRPr/>
            </a:lvl2pPr>
            <a:lvl3pPr algn="r">
              <a:defRPr/>
            </a:lvl3pPr>
            <a:lvl4pPr algn="r">
              <a:defRPr/>
            </a:lvl4pPr>
            <a:lvl5pPr algn="r">
              <a:defRPr/>
            </a:lvl5pPr>
            <a:lvl6pPr algn="r">
              <a:defRPr/>
            </a:lvl6pPr>
            <a:lvl7pPr algn="r">
              <a:defRPr/>
            </a:lvl7pPr>
            <a:lvl8pPr algn="r">
              <a:defRPr/>
            </a:lvl8pPr>
            <a:lvl9pPr algn="r">
              <a:defRPr/>
            </a:lvl9pPr>
          </a:lstStyle>
          <a:p xmlns:a="http://schemas.openxmlformats.org/drawingml/2006/main"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 b="0">
                <a:solidFill>
                  <a:srgbClr val="62625D"/>
                </a:solidFill>
                <a:latin typeface="Instrument Sans"/>
                <a:ea typeface="Instrument Sans"/>
                <a:cs typeface="Instrument Sans"/>
              </a:rPr>
              <a:t>05</a:t>
            </a:r>
          </a:p>
        </p:txBody>
      </p:sp>
      <p:sp>
        <p:nvSpPr>
          <p:cNvPr id="8" name="text-67">
            <a:extLst xmlns:a="http://schemas.openxmlformats.org/drawingml/2006/main">
              <a:ext uri="{FF2B5EF4-FFF2-40B4-BE49-F238E27FC236}">
                <a16:creationId xmlns:a16="http://schemas.microsoft.com/office/drawing/2014/main" id="{619575E5-8C8F-4B00-9632-AC413B4A7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86100"/>
            <a:ext cx="1619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  <a:lvl6pPr algn="l">
              <a:defRPr/>
            </a:lvl6pPr>
            <a:lvl7pPr algn="l">
              <a:defRPr/>
            </a:lvl7pPr>
            <a:lvl8pPr algn="l">
              <a:defRPr/>
            </a:lvl8pPr>
            <a:lvl9pPr algn="l">
              <a:defRPr/>
            </a:lvl9pPr>
          </a:lstStyle>
          <a:p xmlns:a="http://schemas.openxmlformats.org/drawingml/2006/main"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25" b="0">
                <a:solidFill>
                  <a:srgbClr val="62625D"/>
                </a:solidFill>
                <a:latin typeface="Noto Sans SC"/>
                <a:ea typeface="Noto Sans SC"/>
                <a:cs typeface="Noto Sans SC"/>
              </a:rPr>
              <a:t>核心能力</a:t>
            </a:r>
          </a:p>
        </p:txBody>
      </p:sp>
      <p:sp>
        <p:nvSpPr>
          <p:cNvPr id="9" name="panel-68">
            <a:extLst xmlns:a="http://schemas.openxmlformats.org/drawingml/2006/main">
              <a:ext uri="{FF2B5EF4-FFF2-40B4-BE49-F238E27FC236}">
                <a16:creationId xmlns:a16="http://schemas.microsoft.com/office/drawing/2014/main" id="{6D33889A-4D56-43ED-BB1C-CCB44B3A9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905125"/>
            <a:ext cx="56959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9"/>
          </a:solidFill>
          <a:ln xmlns:a="http://schemas.openxmlformats.org/drawingml/2006/main" w="14288">
            <a:solidFill>
              <a:srgbClr val="111111"/>
            </a:solidFill>
            <a:prstDash val="solid"/>
          </a:ln>
        </p:spPr>
      </p:sp>
      <p:sp>
        <p:nvSpPr>
          <p:cNvPr id="10" name="panel-69">
            <a:extLst xmlns:a="http://schemas.openxmlformats.org/drawingml/2006/main">
              <a:ext uri="{FF2B5EF4-FFF2-40B4-BE49-F238E27FC236}">
                <a16:creationId xmlns:a16="http://schemas.microsoft.com/office/drawing/2014/main" id="{75E630F4-C3F0-4FBF-B3E7-1DDCCC036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905125"/>
            <a:ext cx="56959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ext-70">
            <a:extLst xmlns:a="http://schemas.openxmlformats.org/drawingml/2006/main">
              <a:ext uri="{FF2B5EF4-FFF2-40B4-BE49-F238E27FC236}">
                <a16:creationId xmlns:a16="http://schemas.microsoft.com/office/drawing/2014/main" id="{E3F36C18-CE73-4855-827A-996F84C28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133725"/>
            <a:ext cx="51625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  <a:lvl6pPr algn="l">
              <a:defRPr/>
            </a:lvl6pPr>
            <a:lvl7pPr algn="l">
              <a:defRPr/>
            </a:lvl7pPr>
            <a:lvl8pPr algn="l">
              <a:defRPr/>
            </a:lvl8pPr>
            <a:lvl9pPr algn="l">
              <a:defRPr/>
            </a:lvl9pPr>
          </a:lstStyle>
          <a:p xmlns:a="http://schemas.openxmlformats.org/drawingml/2006/main"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75" b="0">
                <a:solidFill>
                  <a:srgbClr val="111111"/>
                </a:solidFill>
                <a:latin typeface="Noto Sans SC Medium"/>
                <a:ea typeface="Noto Sans SC Medium"/>
                <a:cs typeface="Noto Sans SC Medium"/>
              </a:rPr>
              <a:t>营销策略与品牌基础</a:t>
            </a:r>
          </a:p>
        </p:txBody>
      </p:sp>
      <p:sp>
        <p:nvSpPr>
          <p:cNvPr id="12" name="text-71">
            <a:extLst xmlns:a="http://schemas.openxmlformats.org/drawingml/2006/main">
              <a:ext uri="{FF2B5EF4-FFF2-40B4-BE49-F238E27FC236}">
                <a16:creationId xmlns:a16="http://schemas.microsoft.com/office/drawing/2014/main" id="{E736CD63-15FD-4EFA-A307-774C13FF5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819525"/>
            <a:ext cx="51625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  <a:lvl6pPr algn="l">
              <a:defRPr/>
            </a:lvl6pPr>
            <a:lvl7pPr algn="l">
              <a:defRPr/>
            </a:lvl7pPr>
            <a:lvl8pPr algn="l">
              <a:defRPr/>
            </a:lvl8pPr>
            <a:lvl9pPr algn="l">
              <a:defRPr/>
            </a:lvl9pPr>
          </a:lstStyle>
          <a:p xmlns:a="http://schemas.openxmlformats.org/drawingml/2006/main"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950" b="0">
                <a:solidFill>
                  <a:srgbClr val="111111"/>
                </a:solidFill>
                <a:latin typeface="Noto Sans SC"/>
                <a:ea typeface="Noto Sans SC"/>
                <a:cs typeface="Noto Sans SC"/>
              </a:rPr>
              <a:t>理解市场与用户，明确品牌定位。规划价值</a:t>
            </a:r>
          </a:p>
          <a:p xmlns:a="http://schemas.openxmlformats.org/drawingml/2006/main"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950" b="0">
                <a:solidFill>
                  <a:srgbClr val="111111"/>
                </a:solidFill>
                <a:latin typeface="Noto Sans SC"/>
                <a:ea typeface="Noto Sans SC"/>
                <a:cs typeface="Noto Sans SC"/>
              </a:rPr>
              <a:t>表达、</a:t>
            </a:r>
            <a:r>
              <a:rPr sz="1950" b="0">
                <a:solidFill>
                  <a:srgbClr val="111111"/>
                </a:solidFill>
                <a:latin typeface="Instrument Sans"/>
                <a:ea typeface="Instrument Sans"/>
                <a:cs typeface="Instrument Sans"/>
              </a:rPr>
              <a:t>GTM </a:t>
            </a:r>
            <a:r>
              <a:rPr sz="1950" b="0">
                <a:solidFill>
                  <a:srgbClr val="111111"/>
                </a:solidFill>
                <a:latin typeface="Noto Sans SC"/>
                <a:ea typeface="Noto Sans SC"/>
                <a:cs typeface="Noto Sans SC"/>
              </a:rPr>
              <a:t>与营销优先级。</a:t>
            </a:r>
          </a:p>
        </p:txBody>
      </p:sp>
      <p:sp>
        <p:nvSpPr>
          <p:cNvPr id="13" name="panel-72">
            <a:extLst xmlns:a="http://schemas.openxmlformats.org/drawingml/2006/main">
              <a:ext uri="{FF2B5EF4-FFF2-40B4-BE49-F238E27FC236}">
                <a16:creationId xmlns:a16="http://schemas.microsoft.com/office/drawing/2014/main" id="{ECA7BDB5-7502-47C9-ABA8-3FDD2F288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905125"/>
            <a:ext cx="56959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9"/>
          </a:solidFill>
          <a:ln xmlns:a="http://schemas.openxmlformats.org/drawingml/2006/main" w="14288">
            <a:solidFill>
              <a:srgbClr val="111111"/>
            </a:solidFill>
            <a:prstDash val="solid"/>
          </a:ln>
        </p:spPr>
      </p:sp>
      <p:sp>
        <p:nvSpPr>
          <p:cNvPr id="14" name="panel-73">
            <a:extLst xmlns:a="http://schemas.openxmlformats.org/drawingml/2006/main">
              <a:ext uri="{FF2B5EF4-FFF2-40B4-BE49-F238E27FC236}">
                <a16:creationId xmlns:a16="http://schemas.microsoft.com/office/drawing/2014/main" id="{DE70D88F-C072-4DE8-AE3E-42BA3AB59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905125"/>
            <a:ext cx="56959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-74">
            <a:extLst xmlns:a="http://schemas.openxmlformats.org/drawingml/2006/main">
              <a:ext uri="{FF2B5EF4-FFF2-40B4-BE49-F238E27FC236}">
                <a16:creationId xmlns:a16="http://schemas.microsoft.com/office/drawing/2014/main" id="{B5FF4690-E056-4FA9-8BBA-EE5989B7F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133725"/>
            <a:ext cx="51625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  <a:lvl6pPr algn="l">
              <a:defRPr/>
            </a:lvl6pPr>
            <a:lvl7pPr algn="l">
              <a:defRPr/>
            </a:lvl7pPr>
            <a:lvl8pPr algn="l">
              <a:defRPr/>
            </a:lvl8pPr>
            <a:lvl9pPr algn="l">
              <a:defRPr/>
            </a:lvl9pPr>
          </a:lstStyle>
          <a:p xmlns:a="http://schemas.openxmlformats.org/drawingml/2006/main"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75" b="0">
                <a:solidFill>
                  <a:srgbClr val="111111"/>
                </a:solidFill>
                <a:latin typeface="Noto Sans SC Medium"/>
                <a:ea typeface="Noto Sans SC Medium"/>
                <a:cs typeface="Noto Sans SC Medium"/>
              </a:rPr>
              <a:t>渠道运营与增长</a:t>
            </a:r>
          </a:p>
        </p:txBody>
      </p:sp>
      <p:sp>
        <p:nvSpPr>
          <p:cNvPr id="16" name="text-75">
            <a:extLst xmlns:a="http://schemas.openxmlformats.org/drawingml/2006/main">
              <a:ext uri="{FF2B5EF4-FFF2-40B4-BE49-F238E27FC236}">
                <a16:creationId xmlns:a16="http://schemas.microsoft.com/office/drawing/2014/main" id="{7A2A5C8C-12CC-4D0F-BF6D-EA18624D3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819525"/>
            <a:ext cx="51625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  <a:lvl6pPr algn="l">
              <a:defRPr/>
            </a:lvl6pPr>
            <a:lvl7pPr algn="l">
              <a:defRPr/>
            </a:lvl7pPr>
            <a:lvl8pPr algn="l">
              <a:defRPr/>
            </a:lvl8pPr>
            <a:lvl9pPr algn="l">
              <a:defRPr/>
            </a:lvl9pPr>
          </a:lstStyle>
          <a:p xmlns:a="http://schemas.openxmlformats.org/drawingml/2006/main"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950" b="0">
                <a:solidFill>
                  <a:srgbClr val="111111"/>
                </a:solidFill>
                <a:latin typeface="Noto Sans SC"/>
                <a:ea typeface="Noto Sans SC"/>
                <a:cs typeface="Noto Sans SC"/>
              </a:rPr>
              <a:t>规划渠道组合、运营路径和资源投入。建立</a:t>
            </a:r>
          </a:p>
          <a:p xmlns:a="http://schemas.openxmlformats.org/drawingml/2006/main"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950" b="0">
                <a:solidFill>
                  <a:srgbClr val="111111"/>
                </a:solidFill>
                <a:latin typeface="Noto Sans SC"/>
                <a:ea typeface="Noto Sans SC"/>
                <a:cs typeface="Noto Sans SC"/>
              </a:rPr>
              <a:t>复盘机制，推进关键增长工作。</a:t>
            </a:r>
          </a:p>
        </p:txBody>
      </p:sp>
      <p:cxnSp>
        <p:nvCxnSpPr>
          <p:cNvPr id="17" name="connector-76">
            <a:extLst xmlns:a="http://schemas.openxmlformats.org/drawingml/2006/main">
              <a:ext uri="{FF2B5EF4-FFF2-40B4-BE49-F238E27FC236}">
                <a16:creationId xmlns:a16="http://schemas.microsoft.com/office/drawing/2014/main" id="{2805EFEC-1E67-409A-9CB6-D180C478A74F}"/>
              </a:ext>
            </a:extLst>
          </p:cNvPr>
          <p:cNvCxnSpPr/>
          <p:nvPr/>
        </p:nvCxnSpPr>
        <p:spPr>
          <a:xfrm xmlns:a="http://schemas.openxmlformats.org/drawingml/2006/main">
            <a:off x="5534025" y="4714875"/>
            <a:ext cx="0" cy="30480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62625D"/>
            </a:solidFill>
            <a:prstDash val="solid"/>
          </a:ln>
        </p:spPr>
      </p:cxnSp>
      <p:cxnSp>
        <p:nvCxnSpPr>
          <p:cNvPr id="18" name="connector-77">
            <a:extLst xmlns:a="http://schemas.openxmlformats.org/drawingml/2006/main">
              <a:ext uri="{FF2B5EF4-FFF2-40B4-BE49-F238E27FC236}">
                <a16:creationId xmlns:a16="http://schemas.microsoft.com/office/drawing/2014/main" id="{F5EF61A4-E324-4E9F-9875-39EBDDA3CCE8}"/>
              </a:ext>
            </a:extLst>
          </p:cNvPr>
          <p:cNvCxnSpPr/>
          <p:nvPr/>
        </p:nvCxnSpPr>
        <p:spPr>
          <a:xfrm xmlns:a="http://schemas.openxmlformats.org/drawingml/2006/main">
            <a:off x="11553825" y="4714875"/>
            <a:ext cx="0" cy="30480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62625D"/>
            </a:solidFill>
            <a:prstDash val="solid"/>
          </a:ln>
        </p:spPr>
      </p:cxnSp>
      <p:cxnSp>
        <p:nvCxnSpPr>
          <p:cNvPr id="19" name="connector-78">
            <a:extLst xmlns:a="http://schemas.openxmlformats.org/drawingml/2006/main">
              <a:ext uri="{FF2B5EF4-FFF2-40B4-BE49-F238E27FC236}">
                <a16:creationId xmlns:a16="http://schemas.microsoft.com/office/drawing/2014/main" id="{6149CACD-8DBB-4EAD-AAE2-98E3CAE5E8DA}"/>
              </a:ext>
            </a:extLst>
          </p:cNvPr>
          <p:cNvCxnSpPr/>
          <p:nvPr/>
        </p:nvCxnSpPr>
        <p:spPr>
          <a:xfrm xmlns:a="http://schemas.openxmlformats.org/drawingml/2006/main">
            <a:off x="4524375" y="5019675"/>
            <a:ext cx="8039100" cy="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62625D"/>
            </a:solidFill>
            <a:prstDash val="solid"/>
          </a:ln>
        </p:spPr>
      </p:cxnSp>
      <p:sp>
        <p:nvSpPr>
          <p:cNvPr id="20" name="text-79">
            <a:extLst xmlns:a="http://schemas.openxmlformats.org/drawingml/2006/main">
              <a:ext uri="{FF2B5EF4-FFF2-40B4-BE49-F238E27FC236}">
                <a16:creationId xmlns:a16="http://schemas.microsoft.com/office/drawing/2014/main" id="{D5638D5E-FC78-42D8-B3B8-30C60CD4A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467350"/>
            <a:ext cx="1619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  <a:lvl6pPr algn="l">
              <a:defRPr/>
            </a:lvl6pPr>
            <a:lvl7pPr algn="l">
              <a:defRPr/>
            </a:lvl7pPr>
            <a:lvl8pPr algn="l">
              <a:defRPr/>
            </a:lvl8pPr>
            <a:lvl9pPr algn="l">
              <a:defRPr/>
            </a:lvl9pPr>
          </a:lstStyle>
          <a:p xmlns:a="http://schemas.openxmlformats.org/drawingml/2006/main"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25" b="0">
                <a:solidFill>
                  <a:srgbClr val="62625D"/>
                </a:solidFill>
                <a:latin typeface="Noto Sans SC"/>
                <a:ea typeface="Noto Sans SC"/>
                <a:cs typeface="Noto Sans SC"/>
              </a:rPr>
              <a:t>直接执行</a:t>
            </a:r>
          </a:p>
        </p:txBody>
      </p:sp>
      <p:cxnSp>
        <p:nvCxnSpPr>
          <p:cNvPr id="21" name="connector-80">
            <a:extLst xmlns:a="http://schemas.openxmlformats.org/drawingml/2006/main">
              <a:ext uri="{FF2B5EF4-FFF2-40B4-BE49-F238E27FC236}">
                <a16:creationId xmlns:a16="http://schemas.microsoft.com/office/drawing/2014/main" id="{DDB4BFC2-65C2-48CA-95B6-41914C95122B}"/>
              </a:ext>
            </a:extLst>
          </p:cNvPr>
          <p:cNvCxnSpPr/>
          <p:nvPr/>
        </p:nvCxnSpPr>
        <p:spPr>
          <a:xfrm xmlns:a="http://schemas.openxmlformats.org/drawingml/2006/main">
            <a:off x="4524375" y="5019675"/>
            <a:ext cx="0" cy="30480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62625D"/>
            </a:solidFill>
            <a:prstDash val="solid"/>
          </a:ln>
        </p:spPr>
      </p:cxnSp>
      <p:sp>
        <p:nvSpPr>
          <p:cNvPr id="22" name="panel-81">
            <a:extLst xmlns:a="http://schemas.openxmlformats.org/drawingml/2006/main">
              <a:ext uri="{FF2B5EF4-FFF2-40B4-BE49-F238E27FC236}">
                <a16:creationId xmlns:a16="http://schemas.microsoft.com/office/drawing/2014/main" id="{4383B2A8-FFE6-4E3C-AB0F-0B420EBDC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5324475"/>
            <a:ext cx="36766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2625D"/>
            </a:solidFill>
            <a:prstDash val="solid"/>
          </a:ln>
        </p:spPr>
      </p:sp>
      <p:sp>
        <p:nvSpPr>
          <p:cNvPr id="23" name="text-82">
            <a:extLst xmlns:a="http://schemas.openxmlformats.org/drawingml/2006/main">
              <a:ext uri="{FF2B5EF4-FFF2-40B4-BE49-F238E27FC236}">
                <a16:creationId xmlns:a16="http://schemas.microsoft.com/office/drawing/2014/main" id="{41D9DC9F-DC49-41CA-85FD-6AF0AD1AF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534025"/>
            <a:ext cx="32575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/>
            <a:lvl1pPr algn="ctr">
              <a:defRPr/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  <a:lvl6pPr algn="ctr">
              <a:defRPr/>
            </a:lvl6pPr>
            <a:lvl7pPr algn="ctr">
              <a:defRPr/>
            </a:lvl7pPr>
            <a:lvl8pPr algn="ctr">
              <a:defRPr/>
            </a:lvl8pPr>
            <a:lvl9pPr algn="ctr">
              <a:defRPr/>
            </a:lvl9pPr>
          </a:lstStyle>
          <a:p xmlns:a="http://schemas.openxmlformats.org/drawingml/2006/main"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250" b="0">
                <a:solidFill>
                  <a:srgbClr val="111111"/>
                </a:solidFill>
                <a:latin typeface="Noto Sans SC Medium"/>
                <a:ea typeface="Noto Sans SC Medium"/>
                <a:cs typeface="Noto Sans SC Medium"/>
              </a:rPr>
              <a:t>内容营销</a:t>
            </a:r>
          </a:p>
        </p:txBody>
      </p:sp>
      <p:cxnSp>
        <p:nvCxnSpPr>
          <p:cNvPr id="24" name="connector-83">
            <a:extLst xmlns:a="http://schemas.openxmlformats.org/drawingml/2006/main">
              <a:ext uri="{FF2B5EF4-FFF2-40B4-BE49-F238E27FC236}">
                <a16:creationId xmlns:a16="http://schemas.microsoft.com/office/drawing/2014/main" id="{29CD0133-D12F-4D08-85B7-B4F350B6AA08}"/>
              </a:ext>
            </a:extLst>
          </p:cNvPr>
          <p:cNvCxnSpPr/>
          <p:nvPr/>
        </p:nvCxnSpPr>
        <p:spPr>
          <a:xfrm xmlns:a="http://schemas.openxmlformats.org/drawingml/2006/main">
            <a:off x="8543925" y="5019675"/>
            <a:ext cx="0" cy="30480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62625D"/>
            </a:solidFill>
            <a:prstDash val="solid"/>
          </a:ln>
        </p:spPr>
      </p:cxnSp>
      <p:sp>
        <p:nvSpPr>
          <p:cNvPr id="25" name="panel-84">
            <a:extLst xmlns:a="http://schemas.openxmlformats.org/drawingml/2006/main">
              <a:ext uri="{FF2B5EF4-FFF2-40B4-BE49-F238E27FC236}">
                <a16:creationId xmlns:a16="http://schemas.microsoft.com/office/drawing/2014/main" id="{ECB51DB8-2C10-4422-AF02-8BB70552A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5324475"/>
            <a:ext cx="36766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2625D"/>
            </a:solidFill>
            <a:prstDash val="solid"/>
          </a:ln>
        </p:spPr>
      </p:sp>
      <p:sp>
        <p:nvSpPr>
          <p:cNvPr id="26" name="text-85">
            <a:extLst xmlns:a="http://schemas.openxmlformats.org/drawingml/2006/main">
              <a:ext uri="{FF2B5EF4-FFF2-40B4-BE49-F238E27FC236}">
                <a16:creationId xmlns:a16="http://schemas.microsoft.com/office/drawing/2014/main" id="{66EBC6C4-EF79-4104-8263-C457FBC6B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5534025"/>
            <a:ext cx="32575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/>
            <a:lvl1pPr algn="ctr">
              <a:defRPr/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  <a:lvl6pPr algn="ctr">
              <a:defRPr/>
            </a:lvl6pPr>
            <a:lvl7pPr algn="ctr">
              <a:defRPr/>
            </a:lvl7pPr>
            <a:lvl8pPr algn="ctr">
              <a:defRPr/>
            </a:lvl8pPr>
            <a:lvl9pPr algn="ctr">
              <a:defRPr/>
            </a:lvl9pPr>
          </a:lstStyle>
          <a:p xmlns:a="http://schemas.openxmlformats.org/drawingml/2006/main"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250" b="0">
                <a:solidFill>
                  <a:srgbClr val="111111"/>
                </a:solidFill>
                <a:latin typeface="Noto Sans SC Medium"/>
                <a:ea typeface="Noto Sans SC Medium"/>
                <a:cs typeface="Noto Sans SC Medium"/>
              </a:rPr>
              <a:t>达人营销</a:t>
            </a:r>
          </a:p>
        </p:txBody>
      </p:sp>
      <p:cxnSp>
        <p:nvCxnSpPr>
          <p:cNvPr id="27" name="connector-86">
            <a:extLst xmlns:a="http://schemas.openxmlformats.org/drawingml/2006/main">
              <a:ext uri="{FF2B5EF4-FFF2-40B4-BE49-F238E27FC236}">
                <a16:creationId xmlns:a16="http://schemas.microsoft.com/office/drawing/2014/main" id="{C84D2713-0827-4292-9FCE-B2A5F111CFDC}"/>
              </a:ext>
            </a:extLst>
          </p:cNvPr>
          <p:cNvCxnSpPr/>
          <p:nvPr/>
        </p:nvCxnSpPr>
        <p:spPr>
          <a:xfrm xmlns:a="http://schemas.openxmlformats.org/drawingml/2006/main">
            <a:off x="12563475" y="5019675"/>
            <a:ext cx="0" cy="30480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62625D"/>
            </a:solidFill>
            <a:prstDash val="solid"/>
          </a:ln>
        </p:spPr>
      </p:cxnSp>
      <p:sp>
        <p:nvSpPr>
          <p:cNvPr id="28" name="panel-87">
            <a:extLst xmlns:a="http://schemas.openxmlformats.org/drawingml/2006/main">
              <a:ext uri="{FF2B5EF4-FFF2-40B4-BE49-F238E27FC236}">
                <a16:creationId xmlns:a16="http://schemas.microsoft.com/office/drawing/2014/main" id="{13427BEC-D152-480B-A589-E1EA10BBA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5324475"/>
            <a:ext cx="36766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2625D"/>
            </a:solidFill>
            <a:prstDash val="solid"/>
          </a:ln>
        </p:spPr>
      </p:sp>
      <p:sp>
        <p:nvSpPr>
          <p:cNvPr id="29" name="text-88">
            <a:extLst xmlns:a="http://schemas.openxmlformats.org/drawingml/2006/main">
              <a:ext uri="{FF2B5EF4-FFF2-40B4-BE49-F238E27FC236}">
                <a16:creationId xmlns:a16="http://schemas.microsoft.com/office/drawing/2014/main" id="{F18F7EE3-3864-4902-A13C-F7D40B262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5534025"/>
            <a:ext cx="32575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/>
            <a:lvl1pPr algn="ctr">
              <a:defRPr/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  <a:lvl6pPr algn="ctr">
              <a:defRPr/>
            </a:lvl6pPr>
            <a:lvl7pPr algn="ctr">
              <a:defRPr/>
            </a:lvl7pPr>
            <a:lvl8pPr algn="ctr">
              <a:defRPr/>
            </a:lvl8pPr>
            <a:lvl9pPr algn="ctr">
              <a:defRPr/>
            </a:lvl9pPr>
          </a:lstStyle>
          <a:p xmlns:a="http://schemas.openxmlformats.org/drawingml/2006/main"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250" b="0">
                <a:solidFill>
                  <a:srgbClr val="111111"/>
                </a:solidFill>
                <a:latin typeface="Noto Sans SC Medium"/>
                <a:ea typeface="Noto Sans SC Medium"/>
                <a:cs typeface="Noto Sans SC Medium"/>
              </a:rPr>
              <a:t>广告与投放</a:t>
            </a:r>
          </a:p>
        </p:txBody>
      </p:sp>
      <p:sp>
        <p:nvSpPr>
          <p:cNvPr id="30" name="text-89">
            <a:extLst xmlns:a="http://schemas.openxmlformats.org/drawingml/2006/main">
              <a:ext uri="{FF2B5EF4-FFF2-40B4-BE49-F238E27FC236}">
                <a16:creationId xmlns:a16="http://schemas.microsoft.com/office/drawing/2014/main" id="{793CD4C7-9D52-4973-B909-F7C684735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724650"/>
            <a:ext cx="1619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  <a:lvl6pPr algn="l">
              <a:defRPr/>
            </a:lvl6pPr>
            <a:lvl7pPr algn="l">
              <a:defRPr/>
            </a:lvl7pPr>
            <a:lvl8pPr algn="l">
              <a:defRPr/>
            </a:lvl8pPr>
            <a:lvl9pPr algn="l">
              <a:defRPr/>
            </a:lvl9pPr>
          </a:lstStyle>
          <a:p xmlns:a="http://schemas.openxmlformats.org/drawingml/2006/main"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25" b="0">
                <a:solidFill>
                  <a:srgbClr val="62625D"/>
                </a:solidFill>
                <a:latin typeface="Noto Sans SC"/>
                <a:ea typeface="Noto Sans SC"/>
                <a:cs typeface="Noto Sans SC"/>
              </a:rPr>
              <a:t>专业伙伴</a:t>
            </a:r>
          </a:p>
        </p:txBody>
      </p:sp>
      <p:cxnSp>
        <p:nvCxnSpPr>
          <p:cNvPr id="31" name="connector-90">
            <a:extLst xmlns:a="http://schemas.openxmlformats.org/drawingml/2006/main">
              <a:ext uri="{FF2B5EF4-FFF2-40B4-BE49-F238E27FC236}">
                <a16:creationId xmlns:a16="http://schemas.microsoft.com/office/drawing/2014/main" id="{6AB2FC8C-B815-412F-83E4-A88741703A75}"/>
              </a:ext>
            </a:extLst>
          </p:cNvPr>
          <p:cNvCxnSpPr/>
          <p:nvPr/>
        </p:nvCxnSpPr>
        <p:spPr>
          <a:xfrm xmlns:a="http://schemas.openxmlformats.org/drawingml/2006/main">
            <a:off x="2686050" y="6524625"/>
            <a:ext cx="11715750" cy="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D6D4CB"/>
            </a:solidFill>
            <a:prstDash val="solid"/>
          </a:ln>
        </p:spPr>
      </p:cxnSp>
      <p:sp>
        <p:nvSpPr>
          <p:cNvPr id="32" name="text-91">
            <a:extLst xmlns:a="http://schemas.openxmlformats.org/drawingml/2006/main">
              <a:ext uri="{FF2B5EF4-FFF2-40B4-BE49-F238E27FC236}">
                <a16:creationId xmlns:a16="http://schemas.microsoft.com/office/drawing/2014/main" id="{1CCF24A4-A238-43F8-930D-F7B893AFB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6705600"/>
            <a:ext cx="11715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  <a:lvl6pPr algn="l">
              <a:defRPr/>
            </a:lvl6pPr>
            <a:lvl7pPr algn="l">
              <a:defRPr/>
            </a:lvl7pPr>
            <a:lvl8pPr algn="l">
              <a:defRPr/>
            </a:lvl8pPr>
            <a:lvl9pPr algn="l">
              <a:defRPr/>
            </a:lvl9pPr>
          </a:lstStyle>
          <a:p xmlns:a="http://schemas.openxmlformats.org/drawingml/2006/main"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100" b="0">
                <a:solidFill>
                  <a:srgbClr val="111111"/>
                </a:solidFill>
                <a:latin typeface="Noto Sans SC Medium"/>
                <a:ea typeface="Noto Sans SC Medium"/>
                <a:cs typeface="Noto Sans SC Medium"/>
              </a:rPr>
              <a:t>渠道拓展</a:t>
            </a:r>
            <a:r>
              <a:rPr sz="2100" b="0">
                <a:solidFill>
                  <a:srgbClr val="111111"/>
                </a:solidFill>
                <a:latin typeface="Instrument Sans Medium"/>
                <a:ea typeface="Instrument Sans Medium"/>
                <a:cs typeface="Instrument Sans Medium"/>
              </a:rPr>
              <a:t> / </a:t>
            </a:r>
            <a:r>
              <a:rPr sz="2100" b="0">
                <a:solidFill>
                  <a:srgbClr val="111111"/>
                </a:solidFill>
                <a:latin typeface="Noto Sans SC Medium"/>
                <a:ea typeface="Noto Sans SC Medium"/>
                <a:cs typeface="Noto Sans SC Medium"/>
              </a:rPr>
              <a:t>线下落地执行</a:t>
            </a:r>
            <a:r>
              <a:rPr sz="2100" b="0">
                <a:solidFill>
                  <a:srgbClr val="111111"/>
                </a:solidFill>
                <a:latin typeface="Instrument Sans Medium"/>
                <a:ea typeface="Instrument Sans Medium"/>
                <a:cs typeface="Instrument Sans Medium"/>
              </a:rPr>
              <a:t> / </a:t>
            </a:r>
            <a:r>
              <a:rPr sz="2100" b="0">
                <a:solidFill>
                  <a:srgbClr val="111111"/>
                </a:solidFill>
                <a:latin typeface="Noto Sans SC Medium"/>
                <a:ea typeface="Noto Sans SC Medium"/>
                <a:cs typeface="Noto Sans SC Medium"/>
              </a:rPr>
              <a:t>公共关系（</a:t>
            </a:r>
            <a:r>
              <a:rPr sz="2100" b="0">
                <a:solidFill>
                  <a:srgbClr val="111111"/>
                </a:solidFill>
                <a:latin typeface="Instrument Sans Medium"/>
                <a:ea typeface="Instrument Sans Medium"/>
                <a:cs typeface="Instrument Sans Medium"/>
              </a:rPr>
              <a:t>PR</a:t>
            </a:r>
            <a:r>
              <a:rPr sz="2100" b="0">
                <a:solidFill>
                  <a:srgbClr val="111111"/>
                </a:solidFill>
                <a:latin typeface="Noto Sans SC Medium"/>
                <a:ea typeface="Noto Sans SC Medium"/>
                <a:cs typeface="Noto Sans SC Medium"/>
              </a:rPr>
              <a:t>）等</a:t>
            </a:r>
          </a:p>
        </p:txBody>
      </p:sp>
      <p:sp>
        <p:nvSpPr>
          <p:cNvPr id="33" name="text-92">
            <a:extLst xmlns:a="http://schemas.openxmlformats.org/drawingml/2006/main">
              <a:ext uri="{FF2B5EF4-FFF2-40B4-BE49-F238E27FC236}">
                <a16:creationId xmlns:a16="http://schemas.microsoft.com/office/drawing/2014/main" id="{5BDA905A-6262-48A8-BFE4-5DBE0260F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7153275"/>
            <a:ext cx="11715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  <a:lvl6pPr algn="l">
              <a:defRPr/>
            </a:lvl6pPr>
            <a:lvl7pPr algn="l">
              <a:defRPr/>
            </a:lvl7pPr>
            <a:lvl8pPr algn="l">
              <a:defRPr/>
            </a:lvl8pPr>
            <a:lvl9pPr algn="l">
              <a:defRPr/>
            </a:lvl9pPr>
          </a:lstStyle>
          <a:p xmlns:a="http://schemas.openxmlformats.org/drawingml/2006/main"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0">
                <a:solidFill>
                  <a:srgbClr val="62625D"/>
                </a:solidFill>
                <a:latin typeface="Noto Sans SC"/>
                <a:ea typeface="Noto Sans SC"/>
                <a:cs typeface="Noto Sans SC"/>
              </a:rPr>
              <a:t>按需触达、筛选和协调专业资源，由</a:t>
            </a:r>
            <a:r>
              <a:rPr sz="1800" b="0">
                <a:solidFill>
                  <a:srgbClr val="62625D"/>
                </a:solidFill>
                <a:latin typeface="Instrument Sans"/>
                <a:ea typeface="Instrument Sans"/>
                <a:cs typeface="Instrument Sans"/>
              </a:rPr>
              <a:t> Outrise </a:t>
            </a:r>
            <a:r>
              <a:rPr sz="1800" b="0">
                <a:solidFill>
                  <a:srgbClr val="62625D"/>
                </a:solidFill>
                <a:latin typeface="Noto Sans SC"/>
                <a:ea typeface="Noto Sans SC"/>
                <a:cs typeface="Noto Sans SC"/>
              </a:rPr>
              <a:t>统一推进。</a:t>
            </a:r>
          </a:p>
        </p:txBody>
      </p:sp>
    </p:spTree>
    <p:extLst>
      <p:ext uri="{BB962C8B-B14F-4D97-AF65-F5344CB8AC3E}">
        <p14:creationId xmlns:p14="http://schemas.microsoft.com/office/powerpoint/2010/main" val="43214220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4F1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panel-93">
            <a:extLst xmlns:a="http://schemas.openxmlformats.org/drawingml/2006/main">
              <a:ext uri="{FF2B5EF4-FFF2-40B4-BE49-F238E27FC236}">
                <a16:creationId xmlns:a16="http://schemas.microsoft.com/office/drawing/2014/main" id="{84370E15-E5EB-4E8B-85FC-4DF123D69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33400"/>
            <a:ext cx="3619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ext-94">
            <a:extLst xmlns:a="http://schemas.openxmlformats.org/drawingml/2006/main">
              <a:ext uri="{FF2B5EF4-FFF2-40B4-BE49-F238E27FC236}">
                <a16:creationId xmlns:a16="http://schemas.microsoft.com/office/drawing/2014/main" id="{5117ADC3-9708-4793-B18C-D8290BDA8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00050"/>
            <a:ext cx="11430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  <a:lvl6pPr algn="l">
              <a:defRPr/>
            </a:lvl6pPr>
            <a:lvl7pPr algn="l">
              <a:defRPr/>
            </a:lvl7pPr>
            <a:lvl8pPr algn="l">
              <a:defRPr/>
            </a:lvl8pPr>
            <a:lvl9pPr algn="l">
              <a:defRPr/>
            </a:lvl9pPr>
          </a:lstStyle>
          <a:p xmlns:a="http://schemas.openxmlformats.org/drawingml/2006/main"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0">
                <a:solidFill>
                  <a:srgbClr val="62625D"/>
                </a:solidFill>
                <a:latin typeface="Noto Sans SC"/>
                <a:ea typeface="Noto Sans SC"/>
                <a:cs typeface="Noto Sans SC"/>
              </a:rPr>
              <a:t>我们做什么</a:t>
            </a:r>
            <a:r>
              <a:rPr sz="1500" b="0">
                <a:solidFill>
                  <a:srgbClr val="62625D"/>
                </a:solidFill>
                <a:latin typeface="Instrument Sans"/>
                <a:ea typeface="Instrument Sans"/>
                <a:cs typeface="Instrument Sans"/>
              </a:rPr>
              <a:t> </a:t>
            </a:r>
            <a:r>
              <a:rPr sz="1500" b="0">
                <a:solidFill>
                  <a:srgbClr val="62625D"/>
                </a:solidFill>
                <a:latin typeface="Noto Sans SC"/>
                <a:ea typeface="Noto Sans SC"/>
                <a:cs typeface="Noto Sans SC"/>
              </a:rPr>
              <a:t>·</a:t>
            </a:r>
            <a:r>
              <a:rPr sz="1500" b="0">
                <a:solidFill>
                  <a:srgbClr val="62625D"/>
                </a:solidFill>
                <a:latin typeface="Instrument Sans"/>
                <a:ea typeface="Instrument Sans"/>
                <a:cs typeface="Instrument Sans"/>
              </a:rPr>
              <a:t> </a:t>
            </a:r>
            <a:r>
              <a:rPr sz="1500" b="0">
                <a:solidFill>
                  <a:srgbClr val="62625D"/>
                </a:solidFill>
                <a:latin typeface="Noto Sans SC"/>
                <a:ea typeface="Noto Sans SC"/>
                <a:cs typeface="Noto Sans SC"/>
              </a:rPr>
              <a:t>核心能力</a:t>
            </a:r>
            <a:r>
              <a:rPr sz="1500" b="0">
                <a:solidFill>
                  <a:srgbClr val="62625D"/>
                </a:solidFill>
                <a:latin typeface="Instrument Sans"/>
                <a:ea typeface="Instrument Sans"/>
                <a:cs typeface="Instrument Sans"/>
              </a:rPr>
              <a:t> 01</a:t>
            </a:r>
          </a:p>
        </p:txBody>
      </p:sp>
      <p:sp>
        <p:nvSpPr>
          <p:cNvPr id="3" name="title-95">
            <a:extLst xmlns:a="http://schemas.openxmlformats.org/drawingml/2006/main">
              <a:ext uri="{FF2B5EF4-FFF2-40B4-BE49-F238E27FC236}">
                <a16:creationId xmlns:a16="http://schemas.microsoft.com/office/drawing/2014/main" id="{EDFE800B-4F49-4ABE-B79E-CD2BFA7B0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000125"/>
            <a:ext cx="135636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  <a:lvl6pPr algn="l">
              <a:defRPr/>
            </a:lvl6pPr>
            <a:lvl7pPr algn="l">
              <a:defRPr/>
            </a:lvl7pPr>
            <a:lvl8pPr algn="l">
              <a:defRPr/>
            </a:lvl8pPr>
            <a:lvl9pPr algn="l">
              <a:defRPr/>
            </a:lvl9pPr>
          </a:lstStyle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050" b="0">
                <a:solidFill>
                  <a:srgbClr val="111111"/>
                </a:solidFill>
                <a:latin typeface="Noto Sans SC SemiBold"/>
                <a:ea typeface="Noto Sans SC SemiBold"/>
                <a:cs typeface="Noto Sans SC SemiBold"/>
              </a:rPr>
              <a:t>营销策略与品牌基础</a:t>
            </a:r>
          </a:p>
        </p:txBody>
      </p:sp>
      <p:sp>
        <p:nvSpPr>
          <p:cNvPr id="4" name="text-96">
            <a:extLst xmlns:a="http://schemas.openxmlformats.org/drawingml/2006/main">
              <a:ext uri="{FF2B5EF4-FFF2-40B4-BE49-F238E27FC236}">
                <a16:creationId xmlns:a16="http://schemas.microsoft.com/office/drawing/2014/main" id="{596F8E8B-BA48-46D5-9520-26FD6D369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52625"/>
            <a:ext cx="135636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  <a:lvl6pPr algn="l">
              <a:defRPr/>
            </a:lvl6pPr>
            <a:lvl7pPr algn="l">
              <a:defRPr/>
            </a:lvl7pPr>
            <a:lvl8pPr algn="l">
              <a:defRPr/>
            </a:lvl8pPr>
            <a:lvl9pPr algn="l">
              <a:defRPr/>
            </a:lvl9pPr>
          </a:lstStyle>
          <a:p xmlns:a="http://schemas.openxmlformats.org/drawingml/2006/main"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025" b="0">
                <a:solidFill>
                  <a:srgbClr val="62625D"/>
                </a:solidFill>
                <a:latin typeface="Noto Sans SC"/>
                <a:ea typeface="Noto Sans SC"/>
                <a:cs typeface="Noto Sans SC"/>
              </a:rPr>
              <a:t>先形成清晰判断，再确定值得投入的方向。</a:t>
            </a:r>
          </a:p>
        </p:txBody>
      </p:sp>
      <p:cxnSp>
        <p:nvCxnSpPr>
          <p:cNvPr id="5" name="connector-97">
            <a:extLst xmlns:a="http://schemas.openxmlformats.org/drawingml/2006/main">
              <a:ext uri="{FF2B5EF4-FFF2-40B4-BE49-F238E27FC236}">
                <a16:creationId xmlns:a16="http://schemas.microsoft.com/office/drawing/2014/main" id="{98901C76-3C74-41FD-8C8A-FCE147159FC4}"/>
              </a:ext>
            </a:extLst>
          </p:cNvPr>
          <p:cNvCxnSpPr/>
          <p:nvPr/>
        </p:nvCxnSpPr>
        <p:spPr>
          <a:xfrm xmlns:a="http://schemas.openxmlformats.org/drawingml/2006/main">
            <a:off x="838200" y="7762875"/>
            <a:ext cx="135636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6D4CB"/>
            </a:solidFill>
            <a:prstDash val="solid"/>
          </a:ln>
        </p:spPr>
      </p:cxn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E8FD2D-966A-4614-9EF7-15A2A1B39AA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b0ebe20322c4620"/>
          <a:stretch xmlns:a="http://schemas.openxmlformats.org/drawingml/2006/main"/>
        </p:blipFill>
        <p:spPr>
          <a:xfrm xmlns:a="http://schemas.openxmlformats.org/drawingml/2006/main">
            <a:off x="838200" y="7981950"/>
            <a:ext cx="1714500" cy="453628"/>
          </a:xfrm>
          <a:prstGeom xmlns:a="http://schemas.openxmlformats.org/drawingml/2006/main" prst="rect">
            <a:avLst/>
          </a:prstGeom>
        </p:spPr>
      </p:pic>
      <p:sp>
        <p:nvSpPr>
          <p:cNvPr id="7" name="text-98">
            <a:extLst xmlns:a="http://schemas.openxmlformats.org/drawingml/2006/main">
              <a:ext uri="{FF2B5EF4-FFF2-40B4-BE49-F238E27FC236}">
                <a16:creationId xmlns:a16="http://schemas.microsoft.com/office/drawing/2014/main" id="{22AB373B-0625-4BD5-A572-D43E759E5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92200" y="7991475"/>
            <a:ext cx="609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/>
            <a:lvl1pPr algn="r">
              <a:defRPr/>
            </a:lvl1pPr>
            <a:lvl2pPr algn="r">
              <a:defRPr/>
            </a:lvl2pPr>
            <a:lvl3pPr algn="r">
              <a:defRPr/>
            </a:lvl3pPr>
            <a:lvl4pPr algn="r">
              <a:defRPr/>
            </a:lvl4pPr>
            <a:lvl5pPr algn="r">
              <a:defRPr/>
            </a:lvl5pPr>
            <a:lvl6pPr algn="r">
              <a:defRPr/>
            </a:lvl6pPr>
            <a:lvl7pPr algn="r">
              <a:defRPr/>
            </a:lvl7pPr>
            <a:lvl8pPr algn="r">
              <a:defRPr/>
            </a:lvl8pPr>
            <a:lvl9pPr algn="r">
              <a:defRPr/>
            </a:lvl9pPr>
          </a:lstStyle>
          <a:p xmlns:a="http://schemas.openxmlformats.org/drawingml/2006/main"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 b="0">
                <a:solidFill>
                  <a:srgbClr val="62625D"/>
                </a:solidFill>
                <a:latin typeface="Instrument Sans"/>
                <a:ea typeface="Instrument Sans"/>
                <a:cs typeface="Instrument Sans"/>
              </a:rPr>
              <a:t>06</a:t>
            </a:r>
          </a:p>
        </p:txBody>
      </p:sp>
      <p:sp>
        <p:nvSpPr>
          <p:cNvPr id="8" name="text-99">
            <a:extLst xmlns:a="http://schemas.openxmlformats.org/drawingml/2006/main">
              <a:ext uri="{FF2B5EF4-FFF2-40B4-BE49-F238E27FC236}">
                <a16:creationId xmlns:a16="http://schemas.microsoft.com/office/drawing/2014/main" id="{B541D02F-465B-42B5-A818-FEFA1F3AC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67050"/>
            <a:ext cx="57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  <a:lvl6pPr algn="l">
              <a:defRPr/>
            </a:lvl6pPr>
            <a:lvl7pPr algn="l">
              <a:defRPr/>
            </a:lvl7pPr>
            <a:lvl8pPr algn="l">
              <a:defRPr/>
            </a:lvl8pPr>
            <a:lvl9pPr algn="l">
              <a:defRPr/>
            </a:lvl9pPr>
          </a:lstStyle>
          <a:p xmlns:a="http://schemas.openxmlformats.org/drawingml/2006/main"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100" b="0">
                <a:solidFill>
                  <a:srgbClr val="2454FF"/>
                </a:solidFill>
                <a:latin typeface="Instrument Sans"/>
                <a:ea typeface="Instrument Sans"/>
                <a:cs typeface="Instrument Sans"/>
              </a:rPr>
              <a:t>01</a:t>
            </a:r>
          </a:p>
        </p:txBody>
      </p:sp>
      <p:cxnSp>
        <p:nvCxnSpPr>
          <p:cNvPr id="9" name="connector-100">
            <a:extLst xmlns:a="http://schemas.openxmlformats.org/drawingml/2006/main">
              <a:ext uri="{FF2B5EF4-FFF2-40B4-BE49-F238E27FC236}">
                <a16:creationId xmlns:a16="http://schemas.microsoft.com/office/drawing/2014/main" id="{2495E852-4A00-4A0E-BC34-EEEF63AA6172}"/>
              </a:ext>
            </a:extLst>
          </p:cNvPr>
          <p:cNvCxnSpPr/>
          <p:nvPr/>
        </p:nvCxnSpPr>
        <p:spPr>
          <a:xfrm xmlns:a="http://schemas.openxmlformats.org/drawingml/2006/main">
            <a:off x="1466850" y="3286125"/>
            <a:ext cx="3676650" cy="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D6D4CB"/>
            </a:solidFill>
            <a:prstDash val="solid"/>
          </a:ln>
        </p:spPr>
      </p:cxnSp>
      <p:sp>
        <p:nvSpPr>
          <p:cNvPr id="10" name="text-101">
            <a:extLst xmlns:a="http://schemas.openxmlformats.org/drawingml/2006/main">
              <a:ext uri="{FF2B5EF4-FFF2-40B4-BE49-F238E27FC236}">
                <a16:creationId xmlns:a16="http://schemas.microsoft.com/office/drawing/2014/main" id="{D3987F3C-DC85-4F0F-AD96-8428AB90C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05225"/>
            <a:ext cx="43053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  <a:lvl6pPr algn="l">
              <a:defRPr/>
            </a:lvl6pPr>
            <a:lvl7pPr algn="l">
              <a:defRPr/>
            </a:lvl7pPr>
            <a:lvl8pPr algn="l">
              <a:defRPr/>
            </a:lvl8pPr>
            <a:lvl9pPr algn="l">
              <a:defRPr/>
            </a:lvl9pPr>
          </a:lstStyle>
          <a:p xmlns:a="http://schemas.openxmlformats.org/drawingml/2006/main"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0">
                <a:solidFill>
                  <a:srgbClr val="111111"/>
                </a:solidFill>
                <a:latin typeface="Noto Sans SC Medium"/>
                <a:ea typeface="Noto Sans SC Medium"/>
                <a:cs typeface="Noto Sans SC Medium"/>
              </a:rPr>
              <a:t>理解市场与用户</a:t>
            </a:r>
          </a:p>
        </p:txBody>
      </p:sp>
      <p:sp>
        <p:nvSpPr>
          <p:cNvPr id="11" name="text-102">
            <a:extLst xmlns:a="http://schemas.openxmlformats.org/drawingml/2006/main">
              <a:ext uri="{FF2B5EF4-FFF2-40B4-BE49-F238E27FC236}">
                <a16:creationId xmlns:a16="http://schemas.microsoft.com/office/drawing/2014/main" id="{83504112-21D9-4F79-91A2-2055C1518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33925"/>
            <a:ext cx="4305300" cy="1685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  <a:lvl6pPr algn="l">
              <a:defRPr/>
            </a:lvl6pPr>
            <a:lvl7pPr algn="l">
              <a:defRPr/>
            </a:lvl7pPr>
            <a:lvl8pPr algn="l">
              <a:defRPr/>
            </a:lvl8pPr>
            <a:lvl9pPr algn="l">
              <a:defRPr/>
            </a:lvl9pPr>
          </a:lstStyle>
          <a:p xmlns:a="http://schemas.openxmlformats.org/drawingml/2006/main"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100" b="0">
                <a:solidFill>
                  <a:srgbClr val="111111"/>
                </a:solidFill>
                <a:latin typeface="Noto Sans SC"/>
                <a:ea typeface="Noto Sans SC"/>
                <a:cs typeface="Noto Sans SC"/>
              </a:rPr>
              <a:t>梳理业务目标、产品特点与目</a:t>
            </a:r>
          </a:p>
          <a:p xmlns:a="http://schemas.openxmlformats.org/drawingml/2006/main"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100" b="0">
                <a:solidFill>
                  <a:srgbClr val="111111"/>
                </a:solidFill>
                <a:latin typeface="Noto Sans SC"/>
                <a:ea typeface="Noto Sans SC"/>
                <a:cs typeface="Noto Sans SC"/>
              </a:rPr>
              <a:t>标人群，判断客户的需求、使</a:t>
            </a:r>
          </a:p>
          <a:p xmlns:a="http://schemas.openxmlformats.org/drawingml/2006/main"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100" b="0">
                <a:solidFill>
                  <a:srgbClr val="111111"/>
                </a:solidFill>
                <a:latin typeface="Noto Sans SC"/>
                <a:ea typeface="Noto Sans SC"/>
                <a:cs typeface="Noto Sans SC"/>
              </a:rPr>
              <a:t>用场景和购买考虑。</a:t>
            </a:r>
          </a:p>
        </p:txBody>
      </p:sp>
      <p:cxnSp>
        <p:nvCxnSpPr>
          <p:cNvPr id="12" name="connector-103">
            <a:extLst xmlns:a="http://schemas.openxmlformats.org/drawingml/2006/main">
              <a:ext uri="{FF2B5EF4-FFF2-40B4-BE49-F238E27FC236}">
                <a16:creationId xmlns:a16="http://schemas.microsoft.com/office/drawing/2014/main" id="{2357CCCF-6A28-459A-AC67-02B67013E9B3}"/>
              </a:ext>
            </a:extLst>
          </p:cNvPr>
          <p:cNvCxnSpPr/>
          <p:nvPr/>
        </p:nvCxnSpPr>
        <p:spPr>
          <a:xfrm xmlns:a="http://schemas.openxmlformats.org/drawingml/2006/main">
            <a:off x="838200" y="6667500"/>
            <a:ext cx="4305300" cy="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D6D4CB"/>
            </a:solidFill>
            <a:prstDash val="solid"/>
          </a:ln>
        </p:spPr>
      </p:cxnSp>
      <p:sp>
        <p:nvSpPr>
          <p:cNvPr id="13" name="text-104">
            <a:extLst xmlns:a="http://schemas.openxmlformats.org/drawingml/2006/main">
              <a:ext uri="{FF2B5EF4-FFF2-40B4-BE49-F238E27FC236}">
                <a16:creationId xmlns:a16="http://schemas.microsoft.com/office/drawing/2014/main" id="{579D7529-5B21-4571-8DB9-10A9F2B59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934200"/>
            <a:ext cx="43053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  <a:lvl6pPr algn="l">
              <a:defRPr/>
            </a:lvl6pPr>
            <a:lvl7pPr algn="l">
              <a:defRPr/>
            </a:lvl7pPr>
            <a:lvl8pPr algn="l">
              <a:defRPr/>
            </a:lvl8pPr>
            <a:lvl9pPr algn="l">
              <a:defRPr/>
            </a:lvl9pPr>
          </a:lstStyle>
          <a:p xmlns:a="http://schemas.openxmlformats.org/drawingml/2006/main"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25" b="0">
                <a:solidFill>
                  <a:srgbClr val="2454FF"/>
                </a:solidFill>
                <a:latin typeface="Noto Sans SC Medium"/>
                <a:ea typeface="Noto Sans SC Medium"/>
                <a:cs typeface="Noto Sans SC Medium"/>
              </a:rPr>
              <a:t>面向谁</a:t>
            </a:r>
          </a:p>
        </p:txBody>
      </p:sp>
      <p:sp>
        <p:nvSpPr>
          <p:cNvPr id="14" name="text-105">
            <a:extLst xmlns:a="http://schemas.openxmlformats.org/drawingml/2006/main">
              <a:ext uri="{FF2B5EF4-FFF2-40B4-BE49-F238E27FC236}">
                <a16:creationId xmlns:a16="http://schemas.microsoft.com/office/drawing/2014/main" id="{6D05A73A-6879-4528-ACDF-E1A9DAE7A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3067050"/>
            <a:ext cx="57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  <a:lvl6pPr algn="l">
              <a:defRPr/>
            </a:lvl6pPr>
            <a:lvl7pPr algn="l">
              <a:defRPr/>
            </a:lvl7pPr>
            <a:lvl8pPr algn="l">
              <a:defRPr/>
            </a:lvl8pPr>
            <a:lvl9pPr algn="l">
              <a:defRPr/>
            </a:lvl9pPr>
          </a:lstStyle>
          <a:p xmlns:a="http://schemas.openxmlformats.org/drawingml/2006/main"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100" b="0">
                <a:solidFill>
                  <a:srgbClr val="2454FF"/>
                </a:solidFill>
                <a:latin typeface="Instrument Sans"/>
                <a:ea typeface="Instrument Sans"/>
                <a:cs typeface="Instrument Sans"/>
              </a:rPr>
              <a:t>02</a:t>
            </a:r>
          </a:p>
        </p:txBody>
      </p:sp>
      <p:cxnSp>
        <p:nvCxnSpPr>
          <p:cNvPr id="15" name="connector-106">
            <a:extLst xmlns:a="http://schemas.openxmlformats.org/drawingml/2006/main">
              <a:ext uri="{FF2B5EF4-FFF2-40B4-BE49-F238E27FC236}">
                <a16:creationId xmlns:a16="http://schemas.microsoft.com/office/drawing/2014/main" id="{B2FAF9FA-43CD-443C-BFF9-C611B18AA504}"/>
              </a:ext>
            </a:extLst>
          </p:cNvPr>
          <p:cNvCxnSpPr/>
          <p:nvPr/>
        </p:nvCxnSpPr>
        <p:spPr>
          <a:xfrm xmlns:a="http://schemas.openxmlformats.org/drawingml/2006/main">
            <a:off x="6096000" y="3286125"/>
            <a:ext cx="3676650" cy="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D6D4CB"/>
            </a:solidFill>
            <a:prstDash val="solid"/>
          </a:ln>
        </p:spPr>
      </p:cxnSp>
      <p:sp>
        <p:nvSpPr>
          <p:cNvPr id="16" name="text-107">
            <a:extLst xmlns:a="http://schemas.openxmlformats.org/drawingml/2006/main">
              <a:ext uri="{FF2B5EF4-FFF2-40B4-BE49-F238E27FC236}">
                <a16:creationId xmlns:a16="http://schemas.microsoft.com/office/drawing/2014/main" id="{B36B1E17-D577-45FE-98D1-7809DB2E0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3705225"/>
            <a:ext cx="43053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  <a:lvl6pPr algn="l">
              <a:defRPr/>
            </a:lvl6pPr>
            <a:lvl7pPr algn="l">
              <a:defRPr/>
            </a:lvl7pPr>
            <a:lvl8pPr algn="l">
              <a:defRPr/>
            </a:lvl8pPr>
            <a:lvl9pPr algn="l">
              <a:defRPr/>
            </a:lvl9pPr>
          </a:lstStyle>
          <a:p xmlns:a="http://schemas.openxmlformats.org/drawingml/2006/main"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0">
                <a:solidFill>
                  <a:srgbClr val="111111"/>
                </a:solidFill>
                <a:latin typeface="Noto Sans SC Medium"/>
                <a:ea typeface="Noto Sans SC Medium"/>
                <a:cs typeface="Noto Sans SC Medium"/>
              </a:rPr>
              <a:t>建立定位与价值表达</a:t>
            </a:r>
          </a:p>
        </p:txBody>
      </p:sp>
      <p:sp>
        <p:nvSpPr>
          <p:cNvPr id="17" name="text-108">
            <a:extLst xmlns:a="http://schemas.openxmlformats.org/drawingml/2006/main">
              <a:ext uri="{FF2B5EF4-FFF2-40B4-BE49-F238E27FC236}">
                <a16:creationId xmlns:a16="http://schemas.microsoft.com/office/drawing/2014/main" id="{FD460FE8-A893-43DC-A39F-B44AB6A8E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4733925"/>
            <a:ext cx="4305300" cy="1685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  <a:lvl6pPr algn="l">
              <a:defRPr/>
            </a:lvl6pPr>
            <a:lvl7pPr algn="l">
              <a:defRPr/>
            </a:lvl7pPr>
            <a:lvl8pPr algn="l">
              <a:defRPr/>
            </a:lvl8pPr>
            <a:lvl9pPr algn="l">
              <a:defRPr/>
            </a:lvl9pPr>
          </a:lstStyle>
          <a:p xmlns:a="http://schemas.openxmlformats.org/drawingml/2006/main"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100" b="0">
                <a:solidFill>
                  <a:srgbClr val="111111"/>
                </a:solidFill>
                <a:latin typeface="Noto Sans SC"/>
                <a:ea typeface="Noto Sans SC"/>
                <a:cs typeface="Noto Sans SC"/>
              </a:rPr>
              <a:t>明确品牌或产品为谁创造什么</a:t>
            </a:r>
          </a:p>
          <a:p xmlns:a="http://schemas.openxmlformats.org/drawingml/2006/main"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100" b="0">
                <a:solidFill>
                  <a:srgbClr val="111111"/>
                </a:solidFill>
                <a:latin typeface="Noto Sans SC"/>
                <a:ea typeface="Noto Sans SC"/>
                <a:cs typeface="Noto Sans SC"/>
              </a:rPr>
              <a:t>价值，形成适合北美市场的定</a:t>
            </a:r>
          </a:p>
          <a:p xmlns:a="http://schemas.openxmlformats.org/drawingml/2006/main"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100" b="0">
                <a:solidFill>
                  <a:srgbClr val="111111"/>
                </a:solidFill>
                <a:latin typeface="Noto Sans SC"/>
                <a:ea typeface="Noto Sans SC"/>
                <a:cs typeface="Noto Sans SC"/>
              </a:rPr>
              <a:t>位、叙事和沟通重点。</a:t>
            </a:r>
          </a:p>
        </p:txBody>
      </p:sp>
      <p:cxnSp>
        <p:nvCxnSpPr>
          <p:cNvPr id="18" name="connector-109">
            <a:extLst xmlns:a="http://schemas.openxmlformats.org/drawingml/2006/main">
              <a:ext uri="{FF2B5EF4-FFF2-40B4-BE49-F238E27FC236}">
                <a16:creationId xmlns:a16="http://schemas.microsoft.com/office/drawing/2014/main" id="{8621C234-7B09-4462-946F-851155414AFB}"/>
              </a:ext>
            </a:extLst>
          </p:cNvPr>
          <p:cNvCxnSpPr/>
          <p:nvPr/>
        </p:nvCxnSpPr>
        <p:spPr>
          <a:xfrm xmlns:a="http://schemas.openxmlformats.org/drawingml/2006/main">
            <a:off x="5467350" y="6667500"/>
            <a:ext cx="4305300" cy="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D6D4CB"/>
            </a:solidFill>
            <a:prstDash val="solid"/>
          </a:ln>
        </p:spPr>
      </p:cxnSp>
      <p:sp>
        <p:nvSpPr>
          <p:cNvPr id="19" name="text-110">
            <a:extLst xmlns:a="http://schemas.openxmlformats.org/drawingml/2006/main">
              <a:ext uri="{FF2B5EF4-FFF2-40B4-BE49-F238E27FC236}">
                <a16:creationId xmlns:a16="http://schemas.microsoft.com/office/drawing/2014/main" id="{B109C6E8-D74B-4494-BA79-32C055AEF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6934200"/>
            <a:ext cx="43053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  <a:lvl6pPr algn="l">
              <a:defRPr/>
            </a:lvl6pPr>
            <a:lvl7pPr algn="l">
              <a:defRPr/>
            </a:lvl7pPr>
            <a:lvl8pPr algn="l">
              <a:defRPr/>
            </a:lvl8pPr>
            <a:lvl9pPr algn="l">
              <a:defRPr/>
            </a:lvl9pPr>
          </a:lstStyle>
          <a:p xmlns:a="http://schemas.openxmlformats.org/drawingml/2006/main"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25" b="0">
                <a:solidFill>
                  <a:srgbClr val="2454FF"/>
                </a:solidFill>
                <a:latin typeface="Noto Sans SC Medium"/>
                <a:ea typeface="Noto Sans SC Medium"/>
                <a:cs typeface="Noto Sans SC Medium"/>
              </a:rPr>
              <a:t>表达什么价值</a:t>
            </a:r>
          </a:p>
        </p:txBody>
      </p:sp>
      <p:sp>
        <p:nvSpPr>
          <p:cNvPr id="20" name="text-111">
            <a:extLst xmlns:a="http://schemas.openxmlformats.org/drawingml/2006/main">
              <a:ext uri="{FF2B5EF4-FFF2-40B4-BE49-F238E27FC236}">
                <a16:creationId xmlns:a16="http://schemas.microsoft.com/office/drawing/2014/main" id="{FDE7D37F-CC99-4BBD-AC95-F4D621CEB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067050"/>
            <a:ext cx="57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  <a:lvl6pPr algn="l">
              <a:defRPr/>
            </a:lvl6pPr>
            <a:lvl7pPr algn="l">
              <a:defRPr/>
            </a:lvl7pPr>
            <a:lvl8pPr algn="l">
              <a:defRPr/>
            </a:lvl8pPr>
            <a:lvl9pPr algn="l">
              <a:defRPr/>
            </a:lvl9pPr>
          </a:lstStyle>
          <a:p xmlns:a="http://schemas.openxmlformats.org/drawingml/2006/main"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100" b="0">
                <a:solidFill>
                  <a:srgbClr val="2454FF"/>
                </a:solidFill>
                <a:latin typeface="Instrument Sans"/>
                <a:ea typeface="Instrument Sans"/>
                <a:cs typeface="Instrument Sans"/>
              </a:rPr>
              <a:t>03</a:t>
            </a:r>
          </a:p>
        </p:txBody>
      </p:sp>
      <p:cxnSp>
        <p:nvCxnSpPr>
          <p:cNvPr id="21" name="connector-112">
            <a:extLst xmlns:a="http://schemas.openxmlformats.org/drawingml/2006/main">
              <a:ext uri="{FF2B5EF4-FFF2-40B4-BE49-F238E27FC236}">
                <a16:creationId xmlns:a16="http://schemas.microsoft.com/office/drawing/2014/main" id="{7E110C55-5CEE-49E9-BA28-D0038A783B16}"/>
              </a:ext>
            </a:extLst>
          </p:cNvPr>
          <p:cNvCxnSpPr/>
          <p:nvPr/>
        </p:nvCxnSpPr>
        <p:spPr>
          <a:xfrm xmlns:a="http://schemas.openxmlformats.org/drawingml/2006/main">
            <a:off x="10725150" y="3286125"/>
            <a:ext cx="3676650" cy="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D6D4CB"/>
            </a:solidFill>
            <a:prstDash val="solid"/>
          </a:ln>
        </p:spPr>
      </p:cxnSp>
      <p:sp>
        <p:nvSpPr>
          <p:cNvPr id="22" name="text-113">
            <a:extLst xmlns:a="http://schemas.openxmlformats.org/drawingml/2006/main">
              <a:ext uri="{FF2B5EF4-FFF2-40B4-BE49-F238E27FC236}">
                <a16:creationId xmlns:a16="http://schemas.microsoft.com/office/drawing/2014/main" id="{71083BA4-E72A-459D-BEDA-9C0FAED87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705225"/>
            <a:ext cx="43053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  <a:lvl6pPr algn="l">
              <a:defRPr/>
            </a:lvl6pPr>
            <a:lvl7pPr algn="l">
              <a:defRPr/>
            </a:lvl7pPr>
            <a:lvl8pPr algn="l">
              <a:defRPr/>
            </a:lvl8pPr>
            <a:lvl9pPr algn="l">
              <a:defRPr/>
            </a:lvl9pPr>
          </a:lstStyle>
          <a:p xmlns:a="http://schemas.openxmlformats.org/drawingml/2006/main"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0">
                <a:solidFill>
                  <a:srgbClr val="111111"/>
                </a:solidFill>
                <a:latin typeface="Noto Sans SC Medium"/>
                <a:ea typeface="Noto Sans SC Medium"/>
                <a:cs typeface="Noto Sans SC Medium"/>
              </a:rPr>
              <a:t>制定</a:t>
            </a:r>
            <a:r>
              <a:rPr sz="2400" b="0">
                <a:solidFill>
                  <a:srgbClr val="111111"/>
                </a:solidFill>
                <a:latin typeface="Instrument Sans Medium"/>
                <a:ea typeface="Instrument Sans Medium"/>
                <a:cs typeface="Instrument Sans Medium"/>
              </a:rPr>
              <a:t> GTM </a:t>
            </a:r>
            <a:r>
              <a:rPr sz="2400" b="0">
                <a:solidFill>
                  <a:srgbClr val="111111"/>
                </a:solidFill>
                <a:latin typeface="Noto Sans SC Medium"/>
                <a:ea typeface="Noto Sans SC Medium"/>
                <a:cs typeface="Noto Sans SC Medium"/>
              </a:rPr>
              <a:t>与营销路线</a:t>
            </a:r>
          </a:p>
        </p:txBody>
      </p:sp>
      <p:sp>
        <p:nvSpPr>
          <p:cNvPr id="23" name="text-114">
            <a:extLst xmlns:a="http://schemas.openxmlformats.org/drawingml/2006/main">
              <a:ext uri="{FF2B5EF4-FFF2-40B4-BE49-F238E27FC236}">
                <a16:creationId xmlns:a16="http://schemas.microsoft.com/office/drawing/2014/main" id="{FCDE1F1A-F88E-429C-A842-C1548DD08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733925"/>
            <a:ext cx="4305300" cy="1685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  <a:lvl6pPr algn="l">
              <a:defRPr/>
            </a:lvl6pPr>
            <a:lvl7pPr algn="l">
              <a:defRPr/>
            </a:lvl7pPr>
            <a:lvl8pPr algn="l">
              <a:defRPr/>
            </a:lvl8pPr>
            <a:lvl9pPr algn="l">
              <a:defRPr/>
            </a:lvl9pPr>
          </a:lstStyle>
          <a:p xmlns:a="http://schemas.openxmlformats.org/drawingml/2006/main"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100" b="0">
                <a:solidFill>
                  <a:srgbClr val="111111"/>
                </a:solidFill>
                <a:latin typeface="Noto Sans SC"/>
                <a:ea typeface="Noto Sans SC"/>
                <a:cs typeface="Noto Sans SC"/>
              </a:rPr>
              <a:t>确定阶段重点、渠道优先级与</a:t>
            </a:r>
          </a:p>
          <a:p xmlns:a="http://schemas.openxmlformats.org/drawingml/2006/main"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100" b="0">
                <a:solidFill>
                  <a:srgbClr val="111111"/>
                </a:solidFill>
                <a:latin typeface="Noto Sans SC"/>
                <a:ea typeface="Noto Sans SC"/>
                <a:cs typeface="Noto Sans SC"/>
              </a:rPr>
              <a:t>资源安排，把策略落实为团队</a:t>
            </a:r>
          </a:p>
          <a:p xmlns:a="http://schemas.openxmlformats.org/drawingml/2006/main"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100" b="0">
                <a:solidFill>
                  <a:srgbClr val="111111"/>
                </a:solidFill>
                <a:latin typeface="Noto Sans SC"/>
                <a:ea typeface="Noto Sans SC"/>
                <a:cs typeface="Noto Sans SC"/>
              </a:rPr>
              <a:t>可以推进的行动计划。</a:t>
            </a:r>
          </a:p>
        </p:txBody>
      </p:sp>
      <p:cxnSp>
        <p:nvCxnSpPr>
          <p:cNvPr id="24" name="connector-115">
            <a:extLst xmlns:a="http://schemas.openxmlformats.org/drawingml/2006/main">
              <a:ext uri="{FF2B5EF4-FFF2-40B4-BE49-F238E27FC236}">
                <a16:creationId xmlns:a16="http://schemas.microsoft.com/office/drawing/2014/main" id="{C32DD38F-840B-4FA2-93BE-3EACD160637E}"/>
              </a:ext>
            </a:extLst>
          </p:cNvPr>
          <p:cNvCxnSpPr/>
          <p:nvPr/>
        </p:nvCxnSpPr>
        <p:spPr>
          <a:xfrm xmlns:a="http://schemas.openxmlformats.org/drawingml/2006/main">
            <a:off x="10096500" y="6667500"/>
            <a:ext cx="4305300" cy="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D6D4CB"/>
            </a:solidFill>
            <a:prstDash val="solid"/>
          </a:ln>
        </p:spPr>
      </p:cxnSp>
      <p:sp>
        <p:nvSpPr>
          <p:cNvPr id="25" name="text-116">
            <a:extLst xmlns:a="http://schemas.openxmlformats.org/drawingml/2006/main">
              <a:ext uri="{FF2B5EF4-FFF2-40B4-BE49-F238E27FC236}">
                <a16:creationId xmlns:a16="http://schemas.microsoft.com/office/drawing/2014/main" id="{A0CC5A2A-6176-4E60-BE9D-EF2BEB55E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6934200"/>
            <a:ext cx="43053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  <a:lvl6pPr algn="l">
              <a:defRPr/>
            </a:lvl6pPr>
            <a:lvl7pPr algn="l">
              <a:defRPr/>
            </a:lvl7pPr>
            <a:lvl8pPr algn="l">
              <a:defRPr/>
            </a:lvl8pPr>
            <a:lvl9pPr algn="l">
              <a:defRPr/>
            </a:lvl9pPr>
          </a:lstStyle>
          <a:p xmlns:a="http://schemas.openxmlformats.org/drawingml/2006/main"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25" b="0">
                <a:solidFill>
                  <a:srgbClr val="2454FF"/>
                </a:solidFill>
                <a:latin typeface="Noto Sans SC Medium"/>
                <a:ea typeface="Noto Sans SC Medium"/>
                <a:cs typeface="Noto Sans SC Medium"/>
              </a:rPr>
              <a:t>优先做什么</a:t>
            </a:r>
          </a:p>
        </p:txBody>
      </p:sp>
      <p:sp>
        <p:nvSpPr>
          <p:cNvPr id="26" name="text-117">
            <a:extLst xmlns:a="http://schemas.openxmlformats.org/drawingml/2006/main">
              <a:ext uri="{FF2B5EF4-FFF2-40B4-BE49-F238E27FC236}">
                <a16:creationId xmlns:a16="http://schemas.microsoft.com/office/drawing/2014/main" id="{9AC11494-3884-4B50-91E7-11B370111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81275"/>
            <a:ext cx="8572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  <a:lvl6pPr algn="l">
              <a:defRPr/>
            </a:lvl6pPr>
            <a:lvl7pPr algn="l">
              <a:defRPr/>
            </a:lvl7pPr>
            <a:lvl8pPr algn="l">
              <a:defRPr/>
            </a:lvl8pPr>
            <a:lvl9pPr algn="l">
              <a:defRPr/>
            </a:lvl9pPr>
          </a:lstStyle>
          <a:p xmlns:a="http://schemas.openxmlformats.org/drawingml/2006/main"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0">
                <a:solidFill>
                  <a:srgbClr val="62625D"/>
                </a:solidFill>
                <a:latin typeface="Noto Sans SC"/>
                <a:ea typeface="Noto Sans SC"/>
                <a:cs typeface="Noto Sans SC"/>
              </a:rPr>
              <a:t>帮助客户回答</a:t>
            </a:r>
          </a:p>
        </p:txBody>
      </p:sp>
    </p:spTree>
    <p:extLst>
      <p:ext uri="{BB962C8B-B14F-4D97-AF65-F5344CB8AC3E}">
        <p14:creationId xmlns:p14="http://schemas.microsoft.com/office/powerpoint/2010/main" val="46549302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4F1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panel-118">
            <a:extLst xmlns:a="http://schemas.openxmlformats.org/drawingml/2006/main">
              <a:ext uri="{FF2B5EF4-FFF2-40B4-BE49-F238E27FC236}">
                <a16:creationId xmlns:a16="http://schemas.microsoft.com/office/drawing/2014/main" id="{5BF22621-59E7-48D5-915B-FF4A972D2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33400"/>
            <a:ext cx="3619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ext-119">
            <a:extLst xmlns:a="http://schemas.openxmlformats.org/drawingml/2006/main">
              <a:ext uri="{FF2B5EF4-FFF2-40B4-BE49-F238E27FC236}">
                <a16:creationId xmlns:a16="http://schemas.microsoft.com/office/drawing/2014/main" id="{AE931001-4CDC-427C-9ECE-95694A401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00050"/>
            <a:ext cx="11430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  <a:lvl6pPr algn="l">
              <a:defRPr/>
            </a:lvl6pPr>
            <a:lvl7pPr algn="l">
              <a:defRPr/>
            </a:lvl7pPr>
            <a:lvl8pPr algn="l">
              <a:defRPr/>
            </a:lvl8pPr>
            <a:lvl9pPr algn="l">
              <a:defRPr/>
            </a:lvl9pPr>
          </a:lstStyle>
          <a:p xmlns:a="http://schemas.openxmlformats.org/drawingml/2006/main"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0">
                <a:solidFill>
                  <a:srgbClr val="62625D"/>
                </a:solidFill>
                <a:latin typeface="Noto Sans SC"/>
                <a:ea typeface="Noto Sans SC"/>
                <a:cs typeface="Noto Sans SC"/>
              </a:rPr>
              <a:t>我们做什么</a:t>
            </a:r>
            <a:r>
              <a:rPr sz="1500" b="0">
                <a:solidFill>
                  <a:srgbClr val="62625D"/>
                </a:solidFill>
                <a:latin typeface="Instrument Sans"/>
                <a:ea typeface="Instrument Sans"/>
                <a:cs typeface="Instrument Sans"/>
              </a:rPr>
              <a:t> </a:t>
            </a:r>
            <a:r>
              <a:rPr sz="1500" b="0">
                <a:solidFill>
                  <a:srgbClr val="62625D"/>
                </a:solidFill>
                <a:latin typeface="Noto Sans SC"/>
                <a:ea typeface="Noto Sans SC"/>
                <a:cs typeface="Noto Sans SC"/>
              </a:rPr>
              <a:t>·</a:t>
            </a:r>
            <a:r>
              <a:rPr sz="1500" b="0">
                <a:solidFill>
                  <a:srgbClr val="62625D"/>
                </a:solidFill>
                <a:latin typeface="Instrument Sans"/>
                <a:ea typeface="Instrument Sans"/>
                <a:cs typeface="Instrument Sans"/>
              </a:rPr>
              <a:t> </a:t>
            </a:r>
            <a:r>
              <a:rPr sz="1500" b="0">
                <a:solidFill>
                  <a:srgbClr val="62625D"/>
                </a:solidFill>
                <a:latin typeface="Noto Sans SC"/>
                <a:ea typeface="Noto Sans SC"/>
                <a:cs typeface="Noto Sans SC"/>
              </a:rPr>
              <a:t>核心能力</a:t>
            </a:r>
            <a:r>
              <a:rPr sz="1500" b="0">
                <a:solidFill>
                  <a:srgbClr val="62625D"/>
                </a:solidFill>
                <a:latin typeface="Instrument Sans"/>
                <a:ea typeface="Instrument Sans"/>
                <a:cs typeface="Instrument Sans"/>
              </a:rPr>
              <a:t> 02</a:t>
            </a:r>
          </a:p>
        </p:txBody>
      </p:sp>
      <p:sp>
        <p:nvSpPr>
          <p:cNvPr id="3" name="title-120">
            <a:extLst xmlns:a="http://schemas.openxmlformats.org/drawingml/2006/main">
              <a:ext uri="{FF2B5EF4-FFF2-40B4-BE49-F238E27FC236}">
                <a16:creationId xmlns:a16="http://schemas.microsoft.com/office/drawing/2014/main" id="{6F0E424C-53E3-4F17-BA3A-15291EF4C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000125"/>
            <a:ext cx="135636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  <a:lvl6pPr algn="l">
              <a:defRPr/>
            </a:lvl6pPr>
            <a:lvl7pPr algn="l">
              <a:defRPr/>
            </a:lvl7pPr>
            <a:lvl8pPr algn="l">
              <a:defRPr/>
            </a:lvl8pPr>
            <a:lvl9pPr algn="l">
              <a:defRPr/>
            </a:lvl9pPr>
          </a:lstStyle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050" b="0">
                <a:solidFill>
                  <a:srgbClr val="111111"/>
                </a:solidFill>
                <a:latin typeface="Noto Sans SC SemiBold"/>
                <a:ea typeface="Noto Sans SC SemiBold"/>
                <a:cs typeface="Noto Sans SC SemiBold"/>
              </a:rPr>
              <a:t>渠道运营与增长</a:t>
            </a:r>
          </a:p>
        </p:txBody>
      </p:sp>
      <p:sp>
        <p:nvSpPr>
          <p:cNvPr id="4" name="text-121">
            <a:extLst xmlns:a="http://schemas.openxmlformats.org/drawingml/2006/main">
              <a:ext uri="{FF2B5EF4-FFF2-40B4-BE49-F238E27FC236}">
                <a16:creationId xmlns:a16="http://schemas.microsoft.com/office/drawing/2014/main" id="{69242900-0788-482D-910C-20A69C092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52625"/>
            <a:ext cx="135636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  <a:lvl6pPr algn="l">
              <a:defRPr/>
            </a:lvl6pPr>
            <a:lvl7pPr algn="l">
              <a:defRPr/>
            </a:lvl7pPr>
            <a:lvl8pPr algn="l">
              <a:defRPr/>
            </a:lvl8pPr>
            <a:lvl9pPr algn="l">
              <a:defRPr/>
            </a:lvl9pPr>
          </a:lstStyle>
          <a:p xmlns:a="http://schemas.openxmlformats.org/drawingml/2006/main"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025" b="0">
                <a:solidFill>
                  <a:srgbClr val="62625D"/>
                </a:solidFill>
                <a:latin typeface="Noto Sans SC"/>
                <a:ea typeface="Noto Sans SC"/>
                <a:cs typeface="Noto Sans SC"/>
              </a:rPr>
              <a:t>让渠道选择、资源投入和日常行动服务于同一目标。</a:t>
            </a:r>
          </a:p>
        </p:txBody>
      </p:sp>
      <p:cxnSp>
        <p:nvCxnSpPr>
          <p:cNvPr id="5" name="connector-122">
            <a:extLst xmlns:a="http://schemas.openxmlformats.org/drawingml/2006/main">
              <a:ext uri="{FF2B5EF4-FFF2-40B4-BE49-F238E27FC236}">
                <a16:creationId xmlns:a16="http://schemas.microsoft.com/office/drawing/2014/main" id="{9B654EB3-587B-43E2-9D51-EBE740EA5B1F}"/>
              </a:ext>
            </a:extLst>
          </p:cNvPr>
          <p:cNvCxnSpPr/>
          <p:nvPr/>
        </p:nvCxnSpPr>
        <p:spPr>
          <a:xfrm xmlns:a="http://schemas.openxmlformats.org/drawingml/2006/main">
            <a:off x="838200" y="7762875"/>
            <a:ext cx="135636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6D4CB"/>
            </a:solidFill>
            <a:prstDash val="solid"/>
          </a:ln>
        </p:spPr>
      </p:cxn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9F871B-6208-4AF6-9359-D825FA114EF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99d0cb1c7e242dc"/>
          <a:stretch xmlns:a="http://schemas.openxmlformats.org/drawingml/2006/main"/>
        </p:blipFill>
        <p:spPr>
          <a:xfrm xmlns:a="http://schemas.openxmlformats.org/drawingml/2006/main">
            <a:off x="838200" y="7981950"/>
            <a:ext cx="1714500" cy="453628"/>
          </a:xfrm>
          <a:prstGeom xmlns:a="http://schemas.openxmlformats.org/drawingml/2006/main" prst="rect">
            <a:avLst/>
          </a:prstGeom>
        </p:spPr>
      </p:pic>
      <p:sp>
        <p:nvSpPr>
          <p:cNvPr id="7" name="text-123">
            <a:extLst xmlns:a="http://schemas.openxmlformats.org/drawingml/2006/main">
              <a:ext uri="{FF2B5EF4-FFF2-40B4-BE49-F238E27FC236}">
                <a16:creationId xmlns:a16="http://schemas.microsoft.com/office/drawing/2014/main" id="{28CA7187-368B-4F45-B2D4-55EB75DF3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92200" y="7991475"/>
            <a:ext cx="609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/>
            <a:lvl1pPr algn="r">
              <a:defRPr/>
            </a:lvl1pPr>
            <a:lvl2pPr algn="r">
              <a:defRPr/>
            </a:lvl2pPr>
            <a:lvl3pPr algn="r">
              <a:defRPr/>
            </a:lvl3pPr>
            <a:lvl4pPr algn="r">
              <a:defRPr/>
            </a:lvl4pPr>
            <a:lvl5pPr algn="r">
              <a:defRPr/>
            </a:lvl5pPr>
            <a:lvl6pPr algn="r">
              <a:defRPr/>
            </a:lvl6pPr>
            <a:lvl7pPr algn="r">
              <a:defRPr/>
            </a:lvl7pPr>
            <a:lvl8pPr algn="r">
              <a:defRPr/>
            </a:lvl8pPr>
            <a:lvl9pPr algn="r">
              <a:defRPr/>
            </a:lvl9pPr>
          </a:lstStyle>
          <a:p xmlns:a="http://schemas.openxmlformats.org/drawingml/2006/main"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 b="0">
                <a:solidFill>
                  <a:srgbClr val="62625D"/>
                </a:solidFill>
                <a:latin typeface="Instrument Sans"/>
                <a:ea typeface="Instrument Sans"/>
                <a:cs typeface="Instrument Sans"/>
              </a:rPr>
              <a:t>07</a:t>
            </a:r>
          </a:p>
        </p:txBody>
      </p:sp>
      <p:sp>
        <p:nvSpPr>
          <p:cNvPr id="8" name="text-124">
            <a:extLst xmlns:a="http://schemas.openxmlformats.org/drawingml/2006/main">
              <a:ext uri="{FF2B5EF4-FFF2-40B4-BE49-F238E27FC236}">
                <a16:creationId xmlns:a16="http://schemas.microsoft.com/office/drawing/2014/main" id="{3802F680-EEBC-45E7-A533-D122957F5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19425"/>
            <a:ext cx="571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  <a:lvl6pPr algn="l">
              <a:defRPr/>
            </a:lvl6pPr>
            <a:lvl7pPr algn="l">
              <a:defRPr/>
            </a:lvl7pPr>
            <a:lvl8pPr algn="l">
              <a:defRPr/>
            </a:lvl8pPr>
            <a:lvl9pPr algn="l">
              <a:defRPr/>
            </a:lvl9pPr>
          </a:lstStyle>
          <a:p xmlns:a="http://schemas.openxmlformats.org/drawingml/2006/main"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250" b="0">
                <a:solidFill>
                  <a:srgbClr val="2454FF"/>
                </a:solidFill>
                <a:latin typeface="Instrument Sans"/>
                <a:ea typeface="Instrument Sans"/>
                <a:cs typeface="Instrument Sans"/>
              </a:rPr>
              <a:t>01</a:t>
            </a:r>
          </a:p>
        </p:txBody>
      </p:sp>
      <p:sp>
        <p:nvSpPr>
          <p:cNvPr id="9" name="text-125">
            <a:extLst xmlns:a="http://schemas.openxmlformats.org/drawingml/2006/main">
              <a:ext uri="{FF2B5EF4-FFF2-40B4-BE49-F238E27FC236}">
                <a16:creationId xmlns:a16="http://schemas.microsoft.com/office/drawing/2014/main" id="{635013F0-7747-4E76-9C23-B57D8427C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000375"/>
            <a:ext cx="40481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  <a:lvl6pPr algn="l">
              <a:defRPr/>
            </a:lvl6pPr>
            <a:lvl7pPr algn="l">
              <a:defRPr/>
            </a:lvl7pPr>
            <a:lvl8pPr algn="l">
              <a:defRPr/>
            </a:lvl8pPr>
            <a:lvl9pPr algn="l">
              <a:defRPr/>
            </a:lvl9pPr>
          </a:lstStyle>
          <a:p xmlns:a="http://schemas.openxmlformats.org/drawingml/2006/main"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75" b="0">
                <a:solidFill>
                  <a:srgbClr val="111111"/>
                </a:solidFill>
                <a:latin typeface="Noto Sans SC Medium"/>
                <a:ea typeface="Noto Sans SC Medium"/>
                <a:cs typeface="Noto Sans SC Medium"/>
              </a:rPr>
              <a:t>确定渠道组合</a:t>
            </a:r>
          </a:p>
        </p:txBody>
      </p:sp>
      <p:sp>
        <p:nvSpPr>
          <p:cNvPr id="10" name="text-126">
            <a:extLst xmlns:a="http://schemas.openxmlformats.org/drawingml/2006/main">
              <a:ext uri="{FF2B5EF4-FFF2-40B4-BE49-F238E27FC236}">
                <a16:creationId xmlns:a16="http://schemas.microsoft.com/office/drawing/2014/main" id="{0E466CE5-C3B5-4CE0-A559-F4728C411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019425"/>
            <a:ext cx="8191500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  <a:lvl6pPr algn="l">
              <a:defRPr/>
            </a:lvl6pPr>
            <a:lvl7pPr algn="l">
              <a:defRPr/>
            </a:lvl7pPr>
            <a:lvl8pPr algn="l">
              <a:defRPr/>
            </a:lvl8pPr>
            <a:lvl9pPr algn="l">
              <a:defRPr/>
            </a:lvl9pPr>
          </a:lstStyle>
          <a:p xmlns:a="http://schemas.openxmlformats.org/drawingml/2006/main"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100" b="0">
                <a:solidFill>
                  <a:srgbClr val="111111"/>
                </a:solidFill>
                <a:latin typeface="Noto Sans SC"/>
                <a:ea typeface="Noto Sans SC"/>
                <a:cs typeface="Noto Sans SC"/>
              </a:rPr>
              <a:t>结合客户路径与业务阶段，判断社交媒体、电商平台、品牌官网</a:t>
            </a:r>
          </a:p>
          <a:p xmlns:a="http://schemas.openxmlformats.org/drawingml/2006/main"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100" b="0">
                <a:solidFill>
                  <a:srgbClr val="111111"/>
                </a:solidFill>
                <a:latin typeface="Noto Sans SC"/>
                <a:ea typeface="Noto Sans SC"/>
                <a:cs typeface="Noto Sans SC"/>
              </a:rPr>
              <a:t>及其他渠道各自承担的作用。</a:t>
            </a:r>
          </a:p>
        </p:txBody>
      </p:sp>
      <p:sp>
        <p:nvSpPr>
          <p:cNvPr id="11" name="text-127">
            <a:extLst xmlns:a="http://schemas.openxmlformats.org/drawingml/2006/main">
              <a:ext uri="{FF2B5EF4-FFF2-40B4-BE49-F238E27FC236}">
                <a16:creationId xmlns:a16="http://schemas.microsoft.com/office/drawing/2014/main" id="{E84E81CE-BF6D-4D91-AC6F-E26922F57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657600"/>
            <a:ext cx="16478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  <a:lvl6pPr algn="l">
              <a:defRPr/>
            </a:lvl6pPr>
            <a:lvl7pPr algn="l">
              <a:defRPr/>
            </a:lvl7pPr>
            <a:lvl8pPr algn="l">
              <a:defRPr/>
            </a:lvl8pPr>
            <a:lvl9pPr algn="l">
              <a:defRPr/>
            </a:lvl9pPr>
          </a:lstStyle>
          <a:p xmlns:a="http://schemas.openxmlformats.org/drawingml/2006/main"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 b="0">
                <a:solidFill>
                  <a:srgbClr val="62625D"/>
                </a:solidFill>
                <a:latin typeface="Noto Sans SC"/>
                <a:ea typeface="Noto Sans SC"/>
                <a:cs typeface="Noto Sans SC"/>
              </a:rPr>
              <a:t>渠道角色</a:t>
            </a:r>
          </a:p>
        </p:txBody>
      </p:sp>
      <p:cxnSp>
        <p:nvCxnSpPr>
          <p:cNvPr id="12" name="connector-128">
            <a:extLst xmlns:a="http://schemas.openxmlformats.org/drawingml/2006/main">
              <a:ext uri="{FF2B5EF4-FFF2-40B4-BE49-F238E27FC236}">
                <a16:creationId xmlns:a16="http://schemas.microsoft.com/office/drawing/2014/main" id="{2A434F57-E376-4871-AF41-42F761DDC020}"/>
              </a:ext>
            </a:extLst>
          </p:cNvPr>
          <p:cNvCxnSpPr/>
          <p:nvPr/>
        </p:nvCxnSpPr>
        <p:spPr>
          <a:xfrm xmlns:a="http://schemas.openxmlformats.org/drawingml/2006/main">
            <a:off x="3457575" y="3838575"/>
            <a:ext cx="438150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2454FF"/>
            </a:solidFill>
            <a:prstDash val="solid"/>
            <a:tailEnd type="triangle" w="sm" len="sm"/>
          </a:ln>
        </p:spPr>
      </p:cxnSp>
      <p:sp>
        <p:nvSpPr>
          <p:cNvPr id="13" name="text-129">
            <a:extLst xmlns:a="http://schemas.openxmlformats.org/drawingml/2006/main">
              <a:ext uri="{FF2B5EF4-FFF2-40B4-BE49-F238E27FC236}">
                <a16:creationId xmlns:a16="http://schemas.microsoft.com/office/drawing/2014/main" id="{97C5DED3-C2E9-48AA-952C-85677BDB9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657600"/>
            <a:ext cx="1657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  <a:lvl6pPr algn="l">
              <a:defRPr/>
            </a:lvl6pPr>
            <a:lvl7pPr algn="l">
              <a:defRPr/>
            </a:lvl7pPr>
            <a:lvl8pPr algn="l">
              <a:defRPr/>
            </a:lvl8pPr>
            <a:lvl9pPr algn="l">
              <a:defRPr/>
            </a:lvl9pPr>
          </a:lstStyle>
          <a:p xmlns:a="http://schemas.openxmlformats.org/drawingml/2006/main"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 b="0">
                <a:solidFill>
                  <a:srgbClr val="62625D"/>
                </a:solidFill>
                <a:latin typeface="Noto Sans SC"/>
                <a:ea typeface="Noto Sans SC"/>
                <a:cs typeface="Noto Sans SC"/>
              </a:rPr>
              <a:t>渠道组合</a:t>
            </a:r>
          </a:p>
        </p:txBody>
      </p:sp>
      <p:cxnSp>
        <p:nvCxnSpPr>
          <p:cNvPr id="14" name="connector-130">
            <a:extLst xmlns:a="http://schemas.openxmlformats.org/drawingml/2006/main">
              <a:ext uri="{FF2B5EF4-FFF2-40B4-BE49-F238E27FC236}">
                <a16:creationId xmlns:a16="http://schemas.microsoft.com/office/drawing/2014/main" id="{4F85A9CA-2C15-45F4-86E2-8E4415864D29}"/>
              </a:ext>
            </a:extLst>
          </p:cNvPr>
          <p:cNvCxnSpPr/>
          <p:nvPr/>
        </p:nvCxnSpPr>
        <p:spPr>
          <a:xfrm xmlns:a="http://schemas.openxmlformats.org/drawingml/2006/main">
            <a:off x="838200" y="4276725"/>
            <a:ext cx="13563600" cy="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D6D4CB"/>
            </a:solidFill>
            <a:prstDash val="solid"/>
          </a:ln>
        </p:spPr>
      </p:cxnSp>
      <p:sp>
        <p:nvSpPr>
          <p:cNvPr id="15" name="text-131">
            <a:extLst xmlns:a="http://schemas.openxmlformats.org/drawingml/2006/main">
              <a:ext uri="{FF2B5EF4-FFF2-40B4-BE49-F238E27FC236}">
                <a16:creationId xmlns:a16="http://schemas.microsoft.com/office/drawing/2014/main" id="{CD0D8ED0-67D9-44F9-8BAD-36BB3AF96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57700"/>
            <a:ext cx="571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  <a:lvl6pPr algn="l">
              <a:defRPr/>
            </a:lvl6pPr>
            <a:lvl7pPr algn="l">
              <a:defRPr/>
            </a:lvl7pPr>
            <a:lvl8pPr algn="l">
              <a:defRPr/>
            </a:lvl8pPr>
            <a:lvl9pPr algn="l">
              <a:defRPr/>
            </a:lvl9pPr>
          </a:lstStyle>
          <a:p xmlns:a="http://schemas.openxmlformats.org/drawingml/2006/main"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250" b="0">
                <a:solidFill>
                  <a:srgbClr val="2454FF"/>
                </a:solidFill>
                <a:latin typeface="Instrument Sans"/>
                <a:ea typeface="Instrument Sans"/>
                <a:cs typeface="Instrument Sans"/>
              </a:rPr>
              <a:t>02</a:t>
            </a:r>
          </a:p>
        </p:txBody>
      </p:sp>
      <p:sp>
        <p:nvSpPr>
          <p:cNvPr id="16" name="text-132">
            <a:extLst xmlns:a="http://schemas.openxmlformats.org/drawingml/2006/main">
              <a:ext uri="{FF2B5EF4-FFF2-40B4-BE49-F238E27FC236}">
                <a16:creationId xmlns:a16="http://schemas.microsoft.com/office/drawing/2014/main" id="{FB266246-2C94-4814-93E9-04A5489B6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438650"/>
            <a:ext cx="40481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  <a:lvl6pPr algn="l">
              <a:defRPr/>
            </a:lvl6pPr>
            <a:lvl7pPr algn="l">
              <a:defRPr/>
            </a:lvl7pPr>
            <a:lvl8pPr algn="l">
              <a:defRPr/>
            </a:lvl8pPr>
            <a:lvl9pPr algn="l">
              <a:defRPr/>
            </a:lvl9pPr>
          </a:lstStyle>
          <a:p xmlns:a="http://schemas.openxmlformats.org/drawingml/2006/main"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75" b="0">
                <a:solidFill>
                  <a:srgbClr val="111111"/>
                </a:solidFill>
                <a:latin typeface="Noto Sans SC Medium"/>
                <a:ea typeface="Noto Sans SC Medium"/>
                <a:cs typeface="Noto Sans SC Medium"/>
              </a:rPr>
              <a:t>规划投入与运营</a:t>
            </a:r>
          </a:p>
        </p:txBody>
      </p:sp>
      <p:sp>
        <p:nvSpPr>
          <p:cNvPr id="17" name="text-133">
            <a:extLst xmlns:a="http://schemas.openxmlformats.org/drawingml/2006/main">
              <a:ext uri="{FF2B5EF4-FFF2-40B4-BE49-F238E27FC236}">
                <a16:creationId xmlns:a16="http://schemas.microsoft.com/office/drawing/2014/main" id="{80D5F22E-C23C-4E3F-A8C6-29E3FF033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457700"/>
            <a:ext cx="8191500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  <a:lvl6pPr algn="l">
              <a:defRPr/>
            </a:lvl6pPr>
            <a:lvl7pPr algn="l">
              <a:defRPr/>
            </a:lvl7pPr>
            <a:lvl8pPr algn="l">
              <a:defRPr/>
            </a:lvl8pPr>
            <a:lvl9pPr algn="l">
              <a:defRPr/>
            </a:lvl9pPr>
          </a:lstStyle>
          <a:p xmlns:a="http://schemas.openxmlformats.org/drawingml/2006/main"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100" b="0">
                <a:solidFill>
                  <a:srgbClr val="111111"/>
                </a:solidFill>
                <a:latin typeface="Noto Sans SC"/>
                <a:ea typeface="Noto Sans SC"/>
                <a:cs typeface="Noto Sans SC"/>
              </a:rPr>
              <a:t>安排先后顺序、预算重点、内容需求与团队分工，明确哪些工作</a:t>
            </a:r>
          </a:p>
          <a:p xmlns:a="http://schemas.openxmlformats.org/drawingml/2006/main"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100" b="0">
                <a:solidFill>
                  <a:srgbClr val="111111"/>
                </a:solidFill>
                <a:latin typeface="Noto Sans SC"/>
                <a:ea typeface="Noto Sans SC"/>
                <a:cs typeface="Noto Sans SC"/>
              </a:rPr>
              <a:t>由谁推进、如何衔接。</a:t>
            </a:r>
          </a:p>
        </p:txBody>
      </p:sp>
      <p:sp>
        <p:nvSpPr>
          <p:cNvPr id="18" name="text-134">
            <a:extLst xmlns:a="http://schemas.openxmlformats.org/drawingml/2006/main">
              <a:ext uri="{FF2B5EF4-FFF2-40B4-BE49-F238E27FC236}">
                <a16:creationId xmlns:a16="http://schemas.microsoft.com/office/drawing/2014/main" id="{EAA2DA35-4201-41C6-A60D-724B75B57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095875"/>
            <a:ext cx="16478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  <a:lvl6pPr algn="l">
              <a:defRPr/>
            </a:lvl6pPr>
            <a:lvl7pPr algn="l">
              <a:defRPr/>
            </a:lvl7pPr>
            <a:lvl8pPr algn="l">
              <a:defRPr/>
            </a:lvl8pPr>
            <a:lvl9pPr algn="l">
              <a:defRPr/>
            </a:lvl9pPr>
          </a:lstStyle>
          <a:p xmlns:a="http://schemas.openxmlformats.org/drawingml/2006/main"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 b="0">
                <a:solidFill>
                  <a:srgbClr val="62625D"/>
                </a:solidFill>
                <a:latin typeface="Noto Sans SC"/>
                <a:ea typeface="Noto Sans SC"/>
                <a:cs typeface="Noto Sans SC"/>
              </a:rPr>
              <a:t>资源安排</a:t>
            </a:r>
          </a:p>
        </p:txBody>
      </p:sp>
      <p:cxnSp>
        <p:nvCxnSpPr>
          <p:cNvPr id="19" name="connector-135">
            <a:extLst xmlns:a="http://schemas.openxmlformats.org/drawingml/2006/main">
              <a:ext uri="{FF2B5EF4-FFF2-40B4-BE49-F238E27FC236}">
                <a16:creationId xmlns:a16="http://schemas.microsoft.com/office/drawing/2014/main" id="{003C6355-B038-4738-B1DB-5317AB9ECE64}"/>
              </a:ext>
            </a:extLst>
          </p:cNvPr>
          <p:cNvCxnSpPr/>
          <p:nvPr/>
        </p:nvCxnSpPr>
        <p:spPr>
          <a:xfrm xmlns:a="http://schemas.openxmlformats.org/drawingml/2006/main">
            <a:off x="3457575" y="5276850"/>
            <a:ext cx="438150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2454FF"/>
            </a:solidFill>
            <a:prstDash val="solid"/>
            <a:tailEnd type="triangle" w="sm" len="sm"/>
          </a:ln>
        </p:spPr>
      </p:cxnSp>
      <p:sp>
        <p:nvSpPr>
          <p:cNvPr id="20" name="text-136">
            <a:extLst xmlns:a="http://schemas.openxmlformats.org/drawingml/2006/main">
              <a:ext uri="{FF2B5EF4-FFF2-40B4-BE49-F238E27FC236}">
                <a16:creationId xmlns:a16="http://schemas.microsoft.com/office/drawing/2014/main" id="{0F462538-F086-44D3-96B2-F3BB01261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095875"/>
            <a:ext cx="1657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  <a:lvl6pPr algn="l">
              <a:defRPr/>
            </a:lvl6pPr>
            <a:lvl7pPr algn="l">
              <a:defRPr/>
            </a:lvl7pPr>
            <a:lvl8pPr algn="l">
              <a:defRPr/>
            </a:lvl8pPr>
            <a:lvl9pPr algn="l">
              <a:defRPr/>
            </a:lvl9pPr>
          </a:lstStyle>
          <a:p xmlns:a="http://schemas.openxmlformats.org/drawingml/2006/main"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 b="0">
                <a:solidFill>
                  <a:srgbClr val="62625D"/>
                </a:solidFill>
                <a:latin typeface="Noto Sans SC"/>
                <a:ea typeface="Noto Sans SC"/>
                <a:cs typeface="Noto Sans SC"/>
              </a:rPr>
              <a:t>执行分工</a:t>
            </a:r>
          </a:p>
        </p:txBody>
      </p:sp>
      <p:cxnSp>
        <p:nvCxnSpPr>
          <p:cNvPr id="21" name="connector-137">
            <a:extLst xmlns:a="http://schemas.openxmlformats.org/drawingml/2006/main">
              <a:ext uri="{FF2B5EF4-FFF2-40B4-BE49-F238E27FC236}">
                <a16:creationId xmlns:a16="http://schemas.microsoft.com/office/drawing/2014/main" id="{704B302F-C2CB-4EFA-A03E-23D22ABF92BE}"/>
              </a:ext>
            </a:extLst>
          </p:cNvPr>
          <p:cNvCxnSpPr/>
          <p:nvPr/>
        </p:nvCxnSpPr>
        <p:spPr>
          <a:xfrm xmlns:a="http://schemas.openxmlformats.org/drawingml/2006/main">
            <a:off x="838200" y="5715000"/>
            <a:ext cx="13563600" cy="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D6D4CB"/>
            </a:solidFill>
            <a:prstDash val="solid"/>
          </a:ln>
        </p:spPr>
      </p:cxnSp>
      <p:sp>
        <p:nvSpPr>
          <p:cNvPr id="22" name="text-138">
            <a:extLst xmlns:a="http://schemas.openxmlformats.org/drawingml/2006/main">
              <a:ext uri="{FF2B5EF4-FFF2-40B4-BE49-F238E27FC236}">
                <a16:creationId xmlns:a16="http://schemas.microsoft.com/office/drawing/2014/main" id="{6799B76B-CE57-48CD-8DCB-99F09DD41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895975"/>
            <a:ext cx="571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  <a:lvl6pPr algn="l">
              <a:defRPr/>
            </a:lvl6pPr>
            <a:lvl7pPr algn="l">
              <a:defRPr/>
            </a:lvl7pPr>
            <a:lvl8pPr algn="l">
              <a:defRPr/>
            </a:lvl8pPr>
            <a:lvl9pPr algn="l">
              <a:defRPr/>
            </a:lvl9pPr>
          </a:lstStyle>
          <a:p xmlns:a="http://schemas.openxmlformats.org/drawingml/2006/main"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250" b="0">
                <a:solidFill>
                  <a:srgbClr val="2454FF"/>
                </a:solidFill>
                <a:latin typeface="Instrument Sans"/>
                <a:ea typeface="Instrument Sans"/>
                <a:cs typeface="Instrument Sans"/>
              </a:rPr>
              <a:t>03</a:t>
            </a:r>
          </a:p>
        </p:txBody>
      </p:sp>
      <p:sp>
        <p:nvSpPr>
          <p:cNvPr id="23" name="text-139">
            <a:extLst xmlns:a="http://schemas.openxmlformats.org/drawingml/2006/main">
              <a:ext uri="{FF2B5EF4-FFF2-40B4-BE49-F238E27FC236}">
                <a16:creationId xmlns:a16="http://schemas.microsoft.com/office/drawing/2014/main" id="{DA781F9B-068F-4F92-B857-97CBB7EF3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876925"/>
            <a:ext cx="40481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  <a:lvl6pPr algn="l">
              <a:defRPr/>
            </a:lvl6pPr>
            <a:lvl7pPr algn="l">
              <a:defRPr/>
            </a:lvl7pPr>
            <a:lvl8pPr algn="l">
              <a:defRPr/>
            </a:lvl8pPr>
            <a:lvl9pPr algn="l">
              <a:defRPr/>
            </a:lvl9pPr>
          </a:lstStyle>
          <a:p xmlns:a="http://schemas.openxmlformats.org/drawingml/2006/main"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75" b="0">
                <a:solidFill>
                  <a:srgbClr val="111111"/>
                </a:solidFill>
                <a:latin typeface="Noto Sans SC Medium"/>
                <a:ea typeface="Noto Sans SC Medium"/>
                <a:cs typeface="Noto Sans SC Medium"/>
              </a:rPr>
              <a:t>复盘并调整方向</a:t>
            </a:r>
          </a:p>
        </p:txBody>
      </p:sp>
      <p:sp>
        <p:nvSpPr>
          <p:cNvPr id="24" name="text-140">
            <a:extLst xmlns:a="http://schemas.openxmlformats.org/drawingml/2006/main">
              <a:ext uri="{FF2B5EF4-FFF2-40B4-BE49-F238E27FC236}">
                <a16:creationId xmlns:a16="http://schemas.microsoft.com/office/drawing/2014/main" id="{347E2146-A40B-4A1E-AD06-3D8BD66F0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5895975"/>
            <a:ext cx="8191500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  <a:lvl6pPr algn="l">
              <a:defRPr/>
            </a:lvl6pPr>
            <a:lvl7pPr algn="l">
              <a:defRPr/>
            </a:lvl7pPr>
            <a:lvl8pPr algn="l">
              <a:defRPr/>
            </a:lvl8pPr>
            <a:lvl9pPr algn="l">
              <a:defRPr/>
            </a:lvl9pPr>
          </a:lstStyle>
          <a:p xmlns:a="http://schemas.openxmlformats.org/drawingml/2006/main"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100" b="0">
                <a:solidFill>
                  <a:srgbClr val="111111"/>
                </a:solidFill>
                <a:latin typeface="Noto Sans SC"/>
                <a:ea typeface="Noto Sans SC"/>
                <a:cs typeface="Noto Sans SC"/>
              </a:rPr>
              <a:t>结合渠道表现和用户反馈，识别值得继续投入的方向，调整后续</a:t>
            </a:r>
          </a:p>
          <a:p xmlns:a="http://schemas.openxmlformats.org/drawingml/2006/main"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100" b="0">
                <a:solidFill>
                  <a:srgbClr val="111111"/>
                </a:solidFill>
                <a:latin typeface="Noto Sans SC"/>
                <a:ea typeface="Noto Sans SC"/>
                <a:cs typeface="Noto Sans SC"/>
              </a:rPr>
              <a:t>计划与执行重点。</a:t>
            </a:r>
          </a:p>
        </p:txBody>
      </p:sp>
      <p:sp>
        <p:nvSpPr>
          <p:cNvPr id="25" name="text-141">
            <a:extLst xmlns:a="http://schemas.openxmlformats.org/drawingml/2006/main">
              <a:ext uri="{FF2B5EF4-FFF2-40B4-BE49-F238E27FC236}">
                <a16:creationId xmlns:a16="http://schemas.microsoft.com/office/drawing/2014/main" id="{0B1BEDBE-1505-42B6-9E20-85EC1C77F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6534150"/>
            <a:ext cx="16478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  <a:lvl6pPr algn="l">
              <a:defRPr/>
            </a:lvl6pPr>
            <a:lvl7pPr algn="l">
              <a:defRPr/>
            </a:lvl7pPr>
            <a:lvl8pPr algn="l">
              <a:defRPr/>
            </a:lvl8pPr>
            <a:lvl9pPr algn="l">
              <a:defRPr/>
            </a:lvl9pPr>
          </a:lstStyle>
          <a:p xmlns:a="http://schemas.openxmlformats.org/drawingml/2006/main"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 b="0">
                <a:solidFill>
                  <a:srgbClr val="62625D"/>
                </a:solidFill>
                <a:latin typeface="Noto Sans SC"/>
                <a:ea typeface="Noto Sans SC"/>
                <a:cs typeface="Noto Sans SC"/>
              </a:rPr>
              <a:t>市场反馈</a:t>
            </a:r>
          </a:p>
        </p:txBody>
      </p:sp>
      <p:cxnSp>
        <p:nvCxnSpPr>
          <p:cNvPr id="26" name="connector-142">
            <a:extLst xmlns:a="http://schemas.openxmlformats.org/drawingml/2006/main">
              <a:ext uri="{FF2B5EF4-FFF2-40B4-BE49-F238E27FC236}">
                <a16:creationId xmlns:a16="http://schemas.microsoft.com/office/drawing/2014/main" id="{2DE96DE7-5EF5-4EB4-AFA1-11C8AA909890}"/>
              </a:ext>
            </a:extLst>
          </p:cNvPr>
          <p:cNvCxnSpPr/>
          <p:nvPr/>
        </p:nvCxnSpPr>
        <p:spPr>
          <a:xfrm xmlns:a="http://schemas.openxmlformats.org/drawingml/2006/main">
            <a:off x="3457575" y="6715125"/>
            <a:ext cx="438150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2454FF"/>
            </a:solidFill>
            <a:prstDash val="solid"/>
            <a:tailEnd type="triangle" w="sm" len="sm"/>
          </a:ln>
        </p:spPr>
      </p:cxnSp>
      <p:sp>
        <p:nvSpPr>
          <p:cNvPr id="27" name="text-143">
            <a:extLst xmlns:a="http://schemas.openxmlformats.org/drawingml/2006/main">
              <a:ext uri="{FF2B5EF4-FFF2-40B4-BE49-F238E27FC236}">
                <a16:creationId xmlns:a16="http://schemas.microsoft.com/office/drawing/2014/main" id="{022D9CA0-6378-44B3-8332-175E032F9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6534150"/>
            <a:ext cx="1657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  <a:lvl6pPr algn="l">
              <a:defRPr/>
            </a:lvl6pPr>
            <a:lvl7pPr algn="l">
              <a:defRPr/>
            </a:lvl7pPr>
            <a:lvl8pPr algn="l">
              <a:defRPr/>
            </a:lvl8pPr>
            <a:lvl9pPr algn="l">
              <a:defRPr/>
            </a:lvl9pPr>
          </a:lstStyle>
          <a:p xmlns:a="http://schemas.openxmlformats.org/drawingml/2006/main"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 b="0">
                <a:solidFill>
                  <a:srgbClr val="62625D"/>
                </a:solidFill>
                <a:latin typeface="Noto Sans SC"/>
                <a:ea typeface="Noto Sans SC"/>
                <a:cs typeface="Noto Sans SC"/>
              </a:rPr>
              <a:t>计划调整</a:t>
            </a:r>
          </a:p>
        </p:txBody>
      </p:sp>
    </p:spTree>
    <p:extLst>
      <p:ext uri="{BB962C8B-B14F-4D97-AF65-F5344CB8AC3E}">
        <p14:creationId xmlns:p14="http://schemas.microsoft.com/office/powerpoint/2010/main" val="92211338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4F1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panel-144">
            <a:extLst xmlns:a="http://schemas.openxmlformats.org/drawingml/2006/main">
              <a:ext uri="{FF2B5EF4-FFF2-40B4-BE49-F238E27FC236}">
                <a16:creationId xmlns:a16="http://schemas.microsoft.com/office/drawing/2014/main" id="{2A0F8646-BF21-4AAB-86F9-A1421AE70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33400"/>
            <a:ext cx="3619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ext-145">
            <a:extLst xmlns:a="http://schemas.openxmlformats.org/drawingml/2006/main">
              <a:ext uri="{FF2B5EF4-FFF2-40B4-BE49-F238E27FC236}">
                <a16:creationId xmlns:a16="http://schemas.microsoft.com/office/drawing/2014/main" id="{B5CBFFCE-75DD-406F-B3DF-9BBFF0DB0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00050"/>
            <a:ext cx="11430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  <a:lvl6pPr algn="l">
              <a:defRPr/>
            </a:lvl6pPr>
            <a:lvl7pPr algn="l">
              <a:defRPr/>
            </a:lvl7pPr>
            <a:lvl8pPr algn="l">
              <a:defRPr/>
            </a:lvl8pPr>
            <a:lvl9pPr algn="l">
              <a:defRPr/>
            </a:lvl9pPr>
          </a:lstStyle>
          <a:p xmlns:a="http://schemas.openxmlformats.org/drawingml/2006/main"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0">
                <a:solidFill>
                  <a:srgbClr val="62625D"/>
                </a:solidFill>
                <a:latin typeface="Noto Sans SC"/>
                <a:ea typeface="Noto Sans SC"/>
                <a:cs typeface="Noto Sans SC"/>
              </a:rPr>
              <a:t>我们做什么</a:t>
            </a:r>
            <a:r>
              <a:rPr sz="1500" b="0">
                <a:solidFill>
                  <a:srgbClr val="62625D"/>
                </a:solidFill>
                <a:latin typeface="Instrument Sans"/>
                <a:ea typeface="Instrument Sans"/>
                <a:cs typeface="Instrument Sans"/>
              </a:rPr>
              <a:t> </a:t>
            </a:r>
            <a:r>
              <a:rPr sz="1500" b="0">
                <a:solidFill>
                  <a:srgbClr val="62625D"/>
                </a:solidFill>
                <a:latin typeface="Noto Sans SC"/>
                <a:ea typeface="Noto Sans SC"/>
                <a:cs typeface="Noto Sans SC"/>
              </a:rPr>
              <a:t>·</a:t>
            </a:r>
            <a:r>
              <a:rPr sz="1500" b="0">
                <a:solidFill>
                  <a:srgbClr val="62625D"/>
                </a:solidFill>
                <a:latin typeface="Instrument Sans"/>
                <a:ea typeface="Instrument Sans"/>
                <a:cs typeface="Instrument Sans"/>
              </a:rPr>
              <a:t> </a:t>
            </a:r>
            <a:r>
              <a:rPr sz="1500" b="0">
                <a:solidFill>
                  <a:srgbClr val="62625D"/>
                </a:solidFill>
                <a:latin typeface="Noto Sans SC"/>
                <a:ea typeface="Noto Sans SC"/>
                <a:cs typeface="Noto Sans SC"/>
              </a:rPr>
              <a:t>直接执行</a:t>
            </a:r>
          </a:p>
        </p:txBody>
      </p:sp>
      <p:sp>
        <p:nvSpPr>
          <p:cNvPr id="3" name="title-146">
            <a:extLst xmlns:a="http://schemas.openxmlformats.org/drawingml/2006/main">
              <a:ext uri="{FF2B5EF4-FFF2-40B4-BE49-F238E27FC236}">
                <a16:creationId xmlns:a16="http://schemas.microsoft.com/office/drawing/2014/main" id="{DB7CA33C-AA4C-49DB-9468-D6D52F47A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000125"/>
            <a:ext cx="135636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  <a:lvl6pPr algn="l">
              <a:defRPr/>
            </a:lvl6pPr>
            <a:lvl7pPr algn="l">
              <a:defRPr/>
            </a:lvl7pPr>
            <a:lvl8pPr algn="l">
              <a:defRPr/>
            </a:lvl8pPr>
            <a:lvl9pPr algn="l">
              <a:defRPr/>
            </a:lvl9pPr>
          </a:lstStyle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050" b="0">
                <a:solidFill>
                  <a:srgbClr val="111111"/>
                </a:solidFill>
                <a:latin typeface="Noto Sans SC SemiBold"/>
                <a:ea typeface="Noto Sans SC SemiBold"/>
                <a:cs typeface="Noto Sans SC SemiBold"/>
              </a:rPr>
              <a:t>三类执行能力，承接关键营销任务</a:t>
            </a:r>
          </a:p>
        </p:txBody>
      </p:sp>
      <p:sp>
        <p:nvSpPr>
          <p:cNvPr id="4" name="text-147">
            <a:extLst xmlns:a="http://schemas.openxmlformats.org/drawingml/2006/main">
              <a:ext uri="{FF2B5EF4-FFF2-40B4-BE49-F238E27FC236}">
                <a16:creationId xmlns:a16="http://schemas.microsoft.com/office/drawing/2014/main" id="{A1E4988F-F298-439F-AE43-0E7C7AD25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52625"/>
            <a:ext cx="135636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  <a:lvl6pPr algn="l">
              <a:defRPr/>
            </a:lvl6pPr>
            <a:lvl7pPr algn="l">
              <a:defRPr/>
            </a:lvl7pPr>
            <a:lvl8pPr algn="l">
              <a:defRPr/>
            </a:lvl8pPr>
            <a:lvl9pPr algn="l">
              <a:defRPr/>
            </a:lvl9pPr>
          </a:lstStyle>
          <a:p xmlns:a="http://schemas.openxmlformats.org/drawingml/2006/main"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025" b="0">
                <a:solidFill>
                  <a:srgbClr val="62625D"/>
                </a:solidFill>
                <a:latin typeface="Noto Sans SC"/>
                <a:ea typeface="Noto Sans SC"/>
                <a:cs typeface="Noto Sans SC"/>
              </a:rPr>
              <a:t>根据策略选择模块，由</a:t>
            </a:r>
            <a:r>
              <a:rPr sz="2025" b="0">
                <a:solidFill>
                  <a:srgbClr val="62625D"/>
                </a:solidFill>
                <a:latin typeface="Instrument Sans"/>
                <a:ea typeface="Instrument Sans"/>
                <a:cs typeface="Instrument Sans"/>
              </a:rPr>
              <a:t> Outrise </a:t>
            </a:r>
            <a:r>
              <a:rPr sz="2025" b="0">
                <a:solidFill>
                  <a:srgbClr val="62625D"/>
                </a:solidFill>
                <a:latin typeface="Noto Sans SC"/>
                <a:ea typeface="Noto Sans SC"/>
                <a:cs typeface="Noto Sans SC"/>
              </a:rPr>
              <a:t>直接推进约定工作。</a:t>
            </a:r>
          </a:p>
        </p:txBody>
      </p:sp>
      <p:cxnSp>
        <p:nvCxnSpPr>
          <p:cNvPr id="5" name="connector-148">
            <a:extLst xmlns:a="http://schemas.openxmlformats.org/drawingml/2006/main">
              <a:ext uri="{FF2B5EF4-FFF2-40B4-BE49-F238E27FC236}">
                <a16:creationId xmlns:a16="http://schemas.microsoft.com/office/drawing/2014/main" id="{0FA9FFB2-D03A-4B83-978C-B51201439E49}"/>
              </a:ext>
            </a:extLst>
          </p:cNvPr>
          <p:cNvCxnSpPr/>
          <p:nvPr/>
        </p:nvCxnSpPr>
        <p:spPr>
          <a:xfrm xmlns:a="http://schemas.openxmlformats.org/drawingml/2006/main">
            <a:off x="838200" y="7762875"/>
            <a:ext cx="135636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6D4CB"/>
            </a:solidFill>
            <a:prstDash val="solid"/>
          </a:ln>
        </p:spPr>
      </p:cxn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DF432E-0F8C-49F5-82CF-C301D2FDC6E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58348afd7654c6b"/>
          <a:stretch xmlns:a="http://schemas.openxmlformats.org/drawingml/2006/main"/>
        </p:blipFill>
        <p:spPr>
          <a:xfrm xmlns:a="http://schemas.openxmlformats.org/drawingml/2006/main">
            <a:off x="838200" y="7981950"/>
            <a:ext cx="1714500" cy="453628"/>
          </a:xfrm>
          <a:prstGeom xmlns:a="http://schemas.openxmlformats.org/drawingml/2006/main" prst="rect">
            <a:avLst/>
          </a:prstGeom>
        </p:spPr>
      </p:pic>
      <p:sp>
        <p:nvSpPr>
          <p:cNvPr id="7" name="text-149">
            <a:extLst xmlns:a="http://schemas.openxmlformats.org/drawingml/2006/main">
              <a:ext uri="{FF2B5EF4-FFF2-40B4-BE49-F238E27FC236}">
                <a16:creationId xmlns:a16="http://schemas.microsoft.com/office/drawing/2014/main" id="{C9C7E636-15DA-4B82-9644-209C1982B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92200" y="7991475"/>
            <a:ext cx="609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/>
            <a:lvl1pPr algn="r">
              <a:defRPr/>
            </a:lvl1pPr>
            <a:lvl2pPr algn="r">
              <a:defRPr/>
            </a:lvl2pPr>
            <a:lvl3pPr algn="r">
              <a:defRPr/>
            </a:lvl3pPr>
            <a:lvl4pPr algn="r">
              <a:defRPr/>
            </a:lvl4pPr>
            <a:lvl5pPr algn="r">
              <a:defRPr/>
            </a:lvl5pPr>
            <a:lvl6pPr algn="r">
              <a:defRPr/>
            </a:lvl6pPr>
            <a:lvl7pPr algn="r">
              <a:defRPr/>
            </a:lvl7pPr>
            <a:lvl8pPr algn="r">
              <a:defRPr/>
            </a:lvl8pPr>
            <a:lvl9pPr algn="r">
              <a:defRPr/>
            </a:lvl9pPr>
          </a:lstStyle>
          <a:p xmlns:a="http://schemas.openxmlformats.org/drawingml/2006/main"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 b="0">
                <a:solidFill>
                  <a:srgbClr val="62625D"/>
                </a:solidFill>
                <a:latin typeface="Instrument Sans"/>
                <a:ea typeface="Instrument Sans"/>
                <a:cs typeface="Instrument Sans"/>
              </a:rPr>
              <a:t>08</a:t>
            </a:r>
          </a:p>
        </p:txBody>
      </p:sp>
      <p:sp>
        <p:nvSpPr>
          <p:cNvPr id="8" name="text-150">
            <a:extLst xmlns:a="http://schemas.openxmlformats.org/drawingml/2006/main">
              <a:ext uri="{FF2B5EF4-FFF2-40B4-BE49-F238E27FC236}">
                <a16:creationId xmlns:a16="http://schemas.microsoft.com/office/drawing/2014/main" id="{3F26CE6A-9D8A-48B4-841C-FC2F89BED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57525"/>
            <a:ext cx="57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  <a:lvl6pPr algn="l">
              <a:defRPr/>
            </a:lvl6pPr>
            <a:lvl7pPr algn="l">
              <a:defRPr/>
            </a:lvl7pPr>
            <a:lvl8pPr algn="l">
              <a:defRPr/>
            </a:lvl8pPr>
            <a:lvl9pPr algn="l">
              <a:defRPr/>
            </a:lvl9pPr>
          </a:lstStyle>
          <a:p xmlns:a="http://schemas.openxmlformats.org/drawingml/2006/main"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100" b="0">
                <a:solidFill>
                  <a:srgbClr val="2454FF"/>
                </a:solidFill>
                <a:latin typeface="Instrument Sans"/>
                <a:ea typeface="Instrument Sans"/>
                <a:cs typeface="Instrument Sans"/>
              </a:rPr>
              <a:t>01</a:t>
            </a:r>
          </a:p>
        </p:txBody>
      </p:sp>
      <p:sp>
        <p:nvSpPr>
          <p:cNvPr id="9" name="text-151">
            <a:extLst xmlns:a="http://schemas.openxmlformats.org/drawingml/2006/main">
              <a:ext uri="{FF2B5EF4-FFF2-40B4-BE49-F238E27FC236}">
                <a16:creationId xmlns:a16="http://schemas.microsoft.com/office/drawing/2014/main" id="{6561EF52-1D4E-4E98-B144-F6CA351A8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57600"/>
            <a:ext cx="43053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  <a:lvl6pPr algn="l">
              <a:defRPr/>
            </a:lvl6pPr>
            <a:lvl7pPr algn="l">
              <a:defRPr/>
            </a:lvl7pPr>
            <a:lvl8pPr algn="l">
              <a:defRPr/>
            </a:lvl8pPr>
            <a:lvl9pPr algn="l">
              <a:defRPr/>
            </a:lvl9pPr>
          </a:lstStyle>
          <a:p xmlns:a="http://schemas.openxmlformats.org/drawingml/2006/main"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850" b="0">
                <a:solidFill>
                  <a:srgbClr val="111111"/>
                </a:solidFill>
                <a:latin typeface="Noto Sans SC Medium"/>
                <a:ea typeface="Noto Sans SC Medium"/>
                <a:cs typeface="Noto Sans SC Medium"/>
              </a:rPr>
              <a:t>内容营销</a:t>
            </a:r>
          </a:p>
        </p:txBody>
      </p:sp>
      <p:sp>
        <p:nvSpPr>
          <p:cNvPr id="10" name="text-152">
            <a:extLst xmlns:a="http://schemas.openxmlformats.org/drawingml/2006/main">
              <a:ext uri="{FF2B5EF4-FFF2-40B4-BE49-F238E27FC236}">
                <a16:creationId xmlns:a16="http://schemas.microsoft.com/office/drawing/2014/main" id="{B5DB3E49-09D5-45F0-8E7D-96F73F1AC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657725"/>
            <a:ext cx="4305300" cy="1838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  <a:lvl6pPr algn="l">
              <a:defRPr/>
            </a:lvl6pPr>
            <a:lvl7pPr algn="l">
              <a:defRPr/>
            </a:lvl7pPr>
            <a:lvl8pPr algn="l">
              <a:defRPr/>
            </a:lvl8pPr>
            <a:lvl9pPr algn="l">
              <a:defRPr/>
            </a:lvl9pPr>
          </a:lstStyle>
          <a:p xmlns:a="http://schemas.openxmlformats.org/drawingml/2006/main"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100" b="0">
                <a:solidFill>
                  <a:srgbClr val="111111"/>
                </a:solidFill>
                <a:latin typeface="Noto Sans SC"/>
                <a:ea typeface="Noto Sans SC"/>
                <a:cs typeface="Noto Sans SC"/>
              </a:rPr>
              <a:t>围绕品牌与产品价值，制定内</a:t>
            </a:r>
          </a:p>
          <a:p xmlns:a="http://schemas.openxmlformats.org/drawingml/2006/main"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100" b="0">
                <a:solidFill>
                  <a:srgbClr val="111111"/>
                </a:solidFill>
                <a:latin typeface="Noto Sans SC"/>
                <a:ea typeface="Noto Sans SC"/>
                <a:cs typeface="Noto Sans SC"/>
              </a:rPr>
              <a:t>容方向、创意方案和传播计</a:t>
            </a:r>
          </a:p>
          <a:p xmlns:a="http://schemas.openxmlformats.org/drawingml/2006/main"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100" b="0">
                <a:solidFill>
                  <a:srgbClr val="111111"/>
                </a:solidFill>
                <a:latin typeface="Noto Sans SC"/>
                <a:ea typeface="Noto Sans SC"/>
                <a:cs typeface="Noto Sans SC"/>
              </a:rPr>
              <a:t>划，制作约定的图文、视频及</a:t>
            </a:r>
          </a:p>
          <a:p xmlns:a="http://schemas.openxmlformats.org/drawingml/2006/main"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100" b="0">
                <a:solidFill>
                  <a:srgbClr val="111111"/>
                </a:solidFill>
                <a:latin typeface="Noto Sans SC"/>
                <a:ea typeface="Noto Sans SC"/>
                <a:cs typeface="Noto Sans SC"/>
              </a:rPr>
              <a:t>社媒素材。</a:t>
            </a:r>
          </a:p>
        </p:txBody>
      </p:sp>
      <p:cxnSp>
        <p:nvCxnSpPr>
          <p:cNvPr id="11" name="connector-153">
            <a:extLst xmlns:a="http://schemas.openxmlformats.org/drawingml/2006/main">
              <a:ext uri="{FF2B5EF4-FFF2-40B4-BE49-F238E27FC236}">
                <a16:creationId xmlns:a16="http://schemas.microsoft.com/office/drawing/2014/main" id="{92A43451-A81E-4BE4-8157-A80BB7E6E9D3}"/>
              </a:ext>
            </a:extLst>
          </p:cNvPr>
          <p:cNvCxnSpPr/>
          <p:nvPr/>
        </p:nvCxnSpPr>
        <p:spPr>
          <a:xfrm xmlns:a="http://schemas.openxmlformats.org/drawingml/2006/main">
            <a:off x="838200" y="6848475"/>
            <a:ext cx="4305300" cy="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D6D4CB"/>
            </a:solidFill>
            <a:prstDash val="solid"/>
          </a:ln>
        </p:spPr>
      </p:cxnSp>
      <p:sp>
        <p:nvSpPr>
          <p:cNvPr id="12" name="text-154">
            <a:extLst xmlns:a="http://schemas.openxmlformats.org/drawingml/2006/main">
              <a:ext uri="{FF2B5EF4-FFF2-40B4-BE49-F238E27FC236}">
                <a16:creationId xmlns:a16="http://schemas.microsoft.com/office/drawing/2014/main" id="{554F3FC5-E02A-408F-B635-72FDC7C4A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077075"/>
            <a:ext cx="43053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  <a:lvl6pPr algn="l">
              <a:defRPr/>
            </a:lvl6pPr>
            <a:lvl7pPr algn="l">
              <a:defRPr/>
            </a:lvl7pPr>
            <a:lvl8pPr algn="l">
              <a:defRPr/>
            </a:lvl8pPr>
            <a:lvl9pPr algn="l">
              <a:defRPr/>
            </a:lvl9pPr>
          </a:lstStyle>
          <a:p xmlns:a="http://schemas.openxmlformats.org/drawingml/2006/main"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950" b="0">
                <a:solidFill>
                  <a:srgbClr val="2454FF"/>
                </a:solidFill>
                <a:latin typeface="Noto Sans SC Medium"/>
                <a:ea typeface="Noto Sans SC Medium"/>
                <a:cs typeface="Noto Sans SC Medium"/>
              </a:rPr>
              <a:t>方向</a:t>
            </a:r>
            <a:r>
              <a:rPr sz="1950" b="0">
                <a:solidFill>
                  <a:srgbClr val="2454FF"/>
                </a:solidFill>
                <a:latin typeface="Instrument Sans Medium"/>
                <a:ea typeface="Instrument Sans Medium"/>
                <a:cs typeface="Instrument Sans Medium"/>
              </a:rPr>
              <a:t> </a:t>
            </a:r>
            <a:r>
              <a:rPr sz="1950" b="0">
                <a:solidFill>
                  <a:srgbClr val="2454FF"/>
                </a:solidFill>
                <a:latin typeface="Noto Sans SC Medium"/>
                <a:ea typeface="Noto Sans SC Medium"/>
                <a:cs typeface="Noto Sans SC Medium"/>
              </a:rPr>
              <a:t>·</a:t>
            </a:r>
            <a:r>
              <a:rPr sz="1950" b="0">
                <a:solidFill>
                  <a:srgbClr val="2454FF"/>
                </a:solidFill>
                <a:latin typeface="Instrument Sans Medium"/>
                <a:ea typeface="Instrument Sans Medium"/>
                <a:cs typeface="Instrument Sans Medium"/>
              </a:rPr>
              <a:t> </a:t>
            </a:r>
            <a:r>
              <a:rPr sz="1950" b="0">
                <a:solidFill>
                  <a:srgbClr val="2454FF"/>
                </a:solidFill>
                <a:latin typeface="Noto Sans SC Medium"/>
                <a:ea typeface="Noto Sans SC Medium"/>
                <a:cs typeface="Noto Sans SC Medium"/>
              </a:rPr>
              <a:t>创意</a:t>
            </a:r>
            <a:r>
              <a:rPr sz="1950" b="0">
                <a:solidFill>
                  <a:srgbClr val="2454FF"/>
                </a:solidFill>
                <a:latin typeface="Instrument Sans Medium"/>
                <a:ea typeface="Instrument Sans Medium"/>
                <a:cs typeface="Instrument Sans Medium"/>
              </a:rPr>
              <a:t> </a:t>
            </a:r>
            <a:r>
              <a:rPr sz="1950" b="0">
                <a:solidFill>
                  <a:srgbClr val="2454FF"/>
                </a:solidFill>
                <a:latin typeface="Noto Sans SC Medium"/>
                <a:ea typeface="Noto Sans SC Medium"/>
                <a:cs typeface="Noto Sans SC Medium"/>
              </a:rPr>
              <a:t>·</a:t>
            </a:r>
            <a:r>
              <a:rPr sz="1950" b="0">
                <a:solidFill>
                  <a:srgbClr val="2454FF"/>
                </a:solidFill>
                <a:latin typeface="Instrument Sans Medium"/>
                <a:ea typeface="Instrument Sans Medium"/>
                <a:cs typeface="Instrument Sans Medium"/>
              </a:rPr>
              <a:t> </a:t>
            </a:r>
            <a:r>
              <a:rPr sz="1950" b="0">
                <a:solidFill>
                  <a:srgbClr val="2454FF"/>
                </a:solidFill>
                <a:latin typeface="Noto Sans SC Medium"/>
                <a:ea typeface="Noto Sans SC Medium"/>
                <a:cs typeface="Noto Sans SC Medium"/>
              </a:rPr>
              <a:t>内容</a:t>
            </a:r>
          </a:p>
        </p:txBody>
      </p:sp>
      <p:sp>
        <p:nvSpPr>
          <p:cNvPr id="13" name="text-155">
            <a:extLst xmlns:a="http://schemas.openxmlformats.org/drawingml/2006/main">
              <a:ext uri="{FF2B5EF4-FFF2-40B4-BE49-F238E27FC236}">
                <a16:creationId xmlns:a16="http://schemas.microsoft.com/office/drawing/2014/main" id="{C2F9690B-4525-456F-89E0-F048286D8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3057525"/>
            <a:ext cx="57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  <a:lvl6pPr algn="l">
              <a:defRPr/>
            </a:lvl6pPr>
            <a:lvl7pPr algn="l">
              <a:defRPr/>
            </a:lvl7pPr>
            <a:lvl8pPr algn="l">
              <a:defRPr/>
            </a:lvl8pPr>
            <a:lvl9pPr algn="l">
              <a:defRPr/>
            </a:lvl9pPr>
          </a:lstStyle>
          <a:p xmlns:a="http://schemas.openxmlformats.org/drawingml/2006/main"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100" b="0">
                <a:solidFill>
                  <a:srgbClr val="2454FF"/>
                </a:solidFill>
                <a:latin typeface="Instrument Sans"/>
                <a:ea typeface="Instrument Sans"/>
                <a:cs typeface="Instrument Sans"/>
              </a:rPr>
              <a:t>02</a:t>
            </a:r>
          </a:p>
        </p:txBody>
      </p:sp>
      <p:sp>
        <p:nvSpPr>
          <p:cNvPr id="14" name="text-156">
            <a:extLst xmlns:a="http://schemas.openxmlformats.org/drawingml/2006/main">
              <a:ext uri="{FF2B5EF4-FFF2-40B4-BE49-F238E27FC236}">
                <a16:creationId xmlns:a16="http://schemas.microsoft.com/office/drawing/2014/main" id="{4CF1EE48-F926-4639-AB3F-0F22271C6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3657600"/>
            <a:ext cx="43053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  <a:lvl6pPr algn="l">
              <a:defRPr/>
            </a:lvl6pPr>
            <a:lvl7pPr algn="l">
              <a:defRPr/>
            </a:lvl7pPr>
            <a:lvl8pPr algn="l">
              <a:defRPr/>
            </a:lvl8pPr>
            <a:lvl9pPr algn="l">
              <a:defRPr/>
            </a:lvl9pPr>
          </a:lstStyle>
          <a:p xmlns:a="http://schemas.openxmlformats.org/drawingml/2006/main"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850" b="0">
                <a:solidFill>
                  <a:srgbClr val="111111"/>
                </a:solidFill>
                <a:latin typeface="Noto Sans SC Medium"/>
                <a:ea typeface="Noto Sans SC Medium"/>
                <a:cs typeface="Noto Sans SC Medium"/>
              </a:rPr>
              <a:t>达人营销</a:t>
            </a:r>
          </a:p>
        </p:txBody>
      </p:sp>
      <p:sp>
        <p:nvSpPr>
          <p:cNvPr id="15" name="text-157">
            <a:extLst xmlns:a="http://schemas.openxmlformats.org/drawingml/2006/main">
              <a:ext uri="{FF2B5EF4-FFF2-40B4-BE49-F238E27FC236}">
                <a16:creationId xmlns:a16="http://schemas.microsoft.com/office/drawing/2014/main" id="{0F6B8BDF-F1A7-42BC-A223-3020109F6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4657725"/>
            <a:ext cx="4305300" cy="1838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  <a:lvl6pPr algn="l">
              <a:defRPr/>
            </a:lvl6pPr>
            <a:lvl7pPr algn="l">
              <a:defRPr/>
            </a:lvl7pPr>
            <a:lvl8pPr algn="l">
              <a:defRPr/>
            </a:lvl8pPr>
            <a:lvl9pPr algn="l">
              <a:defRPr/>
            </a:lvl9pPr>
          </a:lstStyle>
          <a:p xmlns:a="http://schemas.openxmlformats.org/drawingml/2006/main"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100" b="0">
                <a:solidFill>
                  <a:srgbClr val="111111"/>
                </a:solidFill>
                <a:latin typeface="Noto Sans SC"/>
                <a:ea typeface="Noto Sans SC"/>
                <a:cs typeface="Noto Sans SC"/>
              </a:rPr>
              <a:t>筛选与触达适配的达人，策划</a:t>
            </a:r>
          </a:p>
          <a:p xmlns:a="http://schemas.openxmlformats.org/drawingml/2006/main"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100" b="0">
                <a:solidFill>
                  <a:srgbClr val="111111"/>
                </a:solidFill>
                <a:latin typeface="Noto Sans SC"/>
                <a:ea typeface="Noto Sans SC"/>
                <a:cs typeface="Noto Sans SC"/>
              </a:rPr>
              <a:t>合作方式，沟通内容要求，推</a:t>
            </a:r>
          </a:p>
          <a:p xmlns:a="http://schemas.openxmlformats.org/drawingml/2006/main"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100" b="0">
                <a:solidFill>
                  <a:srgbClr val="111111"/>
                </a:solidFill>
                <a:latin typeface="Noto Sans SC"/>
                <a:ea typeface="Noto Sans SC"/>
                <a:cs typeface="Noto Sans SC"/>
              </a:rPr>
              <a:t>进发布并复盘合作表现。</a:t>
            </a:r>
          </a:p>
        </p:txBody>
      </p:sp>
      <p:cxnSp>
        <p:nvCxnSpPr>
          <p:cNvPr id="16" name="connector-158">
            <a:extLst xmlns:a="http://schemas.openxmlformats.org/drawingml/2006/main">
              <a:ext uri="{FF2B5EF4-FFF2-40B4-BE49-F238E27FC236}">
                <a16:creationId xmlns:a16="http://schemas.microsoft.com/office/drawing/2014/main" id="{14902DE6-AB2E-4E31-A654-2A55B8C1F2DF}"/>
              </a:ext>
            </a:extLst>
          </p:cNvPr>
          <p:cNvCxnSpPr/>
          <p:nvPr/>
        </p:nvCxnSpPr>
        <p:spPr>
          <a:xfrm xmlns:a="http://schemas.openxmlformats.org/drawingml/2006/main">
            <a:off x="5467350" y="6848475"/>
            <a:ext cx="4305300" cy="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D6D4CB"/>
            </a:solidFill>
            <a:prstDash val="solid"/>
          </a:ln>
        </p:spPr>
      </p:cxnSp>
      <p:sp>
        <p:nvSpPr>
          <p:cNvPr id="17" name="text-159">
            <a:extLst xmlns:a="http://schemas.openxmlformats.org/drawingml/2006/main">
              <a:ext uri="{FF2B5EF4-FFF2-40B4-BE49-F238E27FC236}">
                <a16:creationId xmlns:a16="http://schemas.microsoft.com/office/drawing/2014/main" id="{7E39908F-81E4-4BF4-BF2D-4665AA75D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7077075"/>
            <a:ext cx="43053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  <a:lvl6pPr algn="l">
              <a:defRPr/>
            </a:lvl6pPr>
            <a:lvl7pPr algn="l">
              <a:defRPr/>
            </a:lvl7pPr>
            <a:lvl8pPr algn="l">
              <a:defRPr/>
            </a:lvl8pPr>
            <a:lvl9pPr algn="l">
              <a:defRPr/>
            </a:lvl9pPr>
          </a:lstStyle>
          <a:p xmlns:a="http://schemas.openxmlformats.org/drawingml/2006/main"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950" b="0">
                <a:solidFill>
                  <a:srgbClr val="2454FF"/>
                </a:solidFill>
                <a:latin typeface="Noto Sans SC Medium"/>
                <a:ea typeface="Noto Sans SC Medium"/>
                <a:cs typeface="Noto Sans SC Medium"/>
              </a:rPr>
              <a:t>筛选</a:t>
            </a:r>
            <a:r>
              <a:rPr sz="1950" b="0">
                <a:solidFill>
                  <a:srgbClr val="2454FF"/>
                </a:solidFill>
                <a:latin typeface="Instrument Sans Medium"/>
                <a:ea typeface="Instrument Sans Medium"/>
                <a:cs typeface="Instrument Sans Medium"/>
              </a:rPr>
              <a:t> </a:t>
            </a:r>
            <a:r>
              <a:rPr sz="1950" b="0">
                <a:solidFill>
                  <a:srgbClr val="2454FF"/>
                </a:solidFill>
                <a:latin typeface="Noto Sans SC Medium"/>
                <a:ea typeface="Noto Sans SC Medium"/>
                <a:cs typeface="Noto Sans SC Medium"/>
              </a:rPr>
              <a:t>·</a:t>
            </a:r>
            <a:r>
              <a:rPr sz="1950" b="0">
                <a:solidFill>
                  <a:srgbClr val="2454FF"/>
                </a:solidFill>
                <a:latin typeface="Instrument Sans Medium"/>
                <a:ea typeface="Instrument Sans Medium"/>
                <a:cs typeface="Instrument Sans Medium"/>
              </a:rPr>
              <a:t> </a:t>
            </a:r>
            <a:r>
              <a:rPr sz="1950" b="0">
                <a:solidFill>
                  <a:srgbClr val="2454FF"/>
                </a:solidFill>
                <a:latin typeface="Noto Sans SC Medium"/>
                <a:ea typeface="Noto Sans SC Medium"/>
                <a:cs typeface="Noto Sans SC Medium"/>
              </a:rPr>
              <a:t>合作</a:t>
            </a:r>
            <a:r>
              <a:rPr sz="1950" b="0">
                <a:solidFill>
                  <a:srgbClr val="2454FF"/>
                </a:solidFill>
                <a:latin typeface="Instrument Sans Medium"/>
                <a:ea typeface="Instrument Sans Medium"/>
                <a:cs typeface="Instrument Sans Medium"/>
              </a:rPr>
              <a:t> </a:t>
            </a:r>
            <a:r>
              <a:rPr sz="1950" b="0">
                <a:solidFill>
                  <a:srgbClr val="2454FF"/>
                </a:solidFill>
                <a:latin typeface="Noto Sans SC Medium"/>
                <a:ea typeface="Noto Sans SC Medium"/>
                <a:cs typeface="Noto Sans SC Medium"/>
              </a:rPr>
              <a:t>·</a:t>
            </a:r>
            <a:r>
              <a:rPr sz="1950" b="0">
                <a:solidFill>
                  <a:srgbClr val="2454FF"/>
                </a:solidFill>
                <a:latin typeface="Instrument Sans Medium"/>
                <a:ea typeface="Instrument Sans Medium"/>
                <a:cs typeface="Instrument Sans Medium"/>
              </a:rPr>
              <a:t> </a:t>
            </a:r>
            <a:r>
              <a:rPr sz="1950" b="0">
                <a:solidFill>
                  <a:srgbClr val="2454FF"/>
                </a:solidFill>
                <a:latin typeface="Noto Sans SC Medium"/>
                <a:ea typeface="Noto Sans SC Medium"/>
                <a:cs typeface="Noto Sans SC Medium"/>
              </a:rPr>
              <a:t>推进</a:t>
            </a:r>
          </a:p>
        </p:txBody>
      </p:sp>
      <p:sp>
        <p:nvSpPr>
          <p:cNvPr id="18" name="text-160">
            <a:extLst xmlns:a="http://schemas.openxmlformats.org/drawingml/2006/main">
              <a:ext uri="{FF2B5EF4-FFF2-40B4-BE49-F238E27FC236}">
                <a16:creationId xmlns:a16="http://schemas.microsoft.com/office/drawing/2014/main" id="{B36C856D-3AD7-4263-B8BB-2E58EBA80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057525"/>
            <a:ext cx="57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  <a:lvl6pPr algn="l">
              <a:defRPr/>
            </a:lvl6pPr>
            <a:lvl7pPr algn="l">
              <a:defRPr/>
            </a:lvl7pPr>
            <a:lvl8pPr algn="l">
              <a:defRPr/>
            </a:lvl8pPr>
            <a:lvl9pPr algn="l">
              <a:defRPr/>
            </a:lvl9pPr>
          </a:lstStyle>
          <a:p xmlns:a="http://schemas.openxmlformats.org/drawingml/2006/main"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100" b="0">
                <a:solidFill>
                  <a:srgbClr val="2454FF"/>
                </a:solidFill>
                <a:latin typeface="Instrument Sans"/>
                <a:ea typeface="Instrument Sans"/>
                <a:cs typeface="Instrument Sans"/>
              </a:rPr>
              <a:t>03</a:t>
            </a:r>
          </a:p>
        </p:txBody>
      </p:sp>
      <p:sp>
        <p:nvSpPr>
          <p:cNvPr id="19" name="text-161">
            <a:extLst xmlns:a="http://schemas.openxmlformats.org/drawingml/2006/main">
              <a:ext uri="{FF2B5EF4-FFF2-40B4-BE49-F238E27FC236}">
                <a16:creationId xmlns:a16="http://schemas.microsoft.com/office/drawing/2014/main" id="{14ADEAAD-C82C-4CD5-A5C9-5C007A310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657600"/>
            <a:ext cx="43053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  <a:lvl6pPr algn="l">
              <a:defRPr/>
            </a:lvl6pPr>
            <a:lvl7pPr algn="l">
              <a:defRPr/>
            </a:lvl7pPr>
            <a:lvl8pPr algn="l">
              <a:defRPr/>
            </a:lvl8pPr>
            <a:lvl9pPr algn="l">
              <a:defRPr/>
            </a:lvl9pPr>
          </a:lstStyle>
          <a:p xmlns:a="http://schemas.openxmlformats.org/drawingml/2006/main"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850" b="0">
                <a:solidFill>
                  <a:srgbClr val="111111"/>
                </a:solidFill>
                <a:latin typeface="Noto Sans SC Medium"/>
                <a:ea typeface="Noto Sans SC Medium"/>
                <a:cs typeface="Noto Sans SC Medium"/>
              </a:rPr>
              <a:t>广告与投放</a:t>
            </a:r>
          </a:p>
        </p:txBody>
      </p:sp>
      <p:sp>
        <p:nvSpPr>
          <p:cNvPr id="20" name="text-162">
            <a:extLst xmlns:a="http://schemas.openxmlformats.org/drawingml/2006/main">
              <a:ext uri="{FF2B5EF4-FFF2-40B4-BE49-F238E27FC236}">
                <a16:creationId xmlns:a16="http://schemas.microsoft.com/office/drawing/2014/main" id="{BC25DE6E-B759-46FC-A220-7B99768D0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657725"/>
            <a:ext cx="4305300" cy="1838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  <a:lvl6pPr algn="l">
              <a:defRPr/>
            </a:lvl6pPr>
            <a:lvl7pPr algn="l">
              <a:defRPr/>
            </a:lvl7pPr>
            <a:lvl8pPr algn="l">
              <a:defRPr/>
            </a:lvl8pPr>
            <a:lvl9pPr algn="l">
              <a:defRPr/>
            </a:lvl9pPr>
          </a:lstStyle>
          <a:p xmlns:a="http://schemas.openxmlformats.org/drawingml/2006/main"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100" b="0">
                <a:solidFill>
                  <a:srgbClr val="111111"/>
                </a:solidFill>
                <a:latin typeface="Noto Sans SC"/>
                <a:ea typeface="Noto Sans SC"/>
                <a:cs typeface="Noto Sans SC"/>
              </a:rPr>
              <a:t>制定投放计划，协同广告素</a:t>
            </a:r>
          </a:p>
          <a:p xmlns:a="http://schemas.openxmlformats.org/drawingml/2006/main"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100" b="0">
                <a:solidFill>
                  <a:srgbClr val="111111"/>
                </a:solidFill>
                <a:latin typeface="Noto Sans SC"/>
                <a:ea typeface="Noto Sans SC"/>
                <a:cs typeface="Noto Sans SC"/>
              </a:rPr>
              <a:t>材，执行约定渠道的广告工</a:t>
            </a:r>
          </a:p>
          <a:p xmlns:a="http://schemas.openxmlformats.org/drawingml/2006/main"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100" b="0">
                <a:solidFill>
                  <a:srgbClr val="111111"/>
                </a:solidFill>
                <a:latin typeface="Noto Sans SC"/>
                <a:ea typeface="Noto Sans SC"/>
                <a:cs typeface="Noto Sans SC"/>
              </a:rPr>
              <a:t>作，并根据反馈持续优化。</a:t>
            </a:r>
          </a:p>
        </p:txBody>
      </p:sp>
      <p:cxnSp>
        <p:nvCxnSpPr>
          <p:cNvPr id="21" name="connector-163">
            <a:extLst xmlns:a="http://schemas.openxmlformats.org/drawingml/2006/main">
              <a:ext uri="{FF2B5EF4-FFF2-40B4-BE49-F238E27FC236}">
                <a16:creationId xmlns:a16="http://schemas.microsoft.com/office/drawing/2014/main" id="{41D07AC1-BFD7-45C8-A75B-145F48069AF5}"/>
              </a:ext>
            </a:extLst>
          </p:cNvPr>
          <p:cNvCxnSpPr/>
          <p:nvPr/>
        </p:nvCxnSpPr>
        <p:spPr>
          <a:xfrm xmlns:a="http://schemas.openxmlformats.org/drawingml/2006/main">
            <a:off x="10096500" y="6848475"/>
            <a:ext cx="4305300" cy="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D6D4CB"/>
            </a:solidFill>
            <a:prstDash val="solid"/>
          </a:ln>
        </p:spPr>
      </p:cxnSp>
      <p:sp>
        <p:nvSpPr>
          <p:cNvPr id="22" name="text-164">
            <a:extLst xmlns:a="http://schemas.openxmlformats.org/drawingml/2006/main">
              <a:ext uri="{FF2B5EF4-FFF2-40B4-BE49-F238E27FC236}">
                <a16:creationId xmlns:a16="http://schemas.microsoft.com/office/drawing/2014/main" id="{7B7A494A-FF3A-4DFF-965B-2CA4BB8A2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7077075"/>
            <a:ext cx="43053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  <a:lvl6pPr algn="l">
              <a:defRPr/>
            </a:lvl6pPr>
            <a:lvl7pPr algn="l">
              <a:defRPr/>
            </a:lvl7pPr>
            <a:lvl8pPr algn="l">
              <a:defRPr/>
            </a:lvl8pPr>
            <a:lvl9pPr algn="l">
              <a:defRPr/>
            </a:lvl9pPr>
          </a:lstStyle>
          <a:p xmlns:a="http://schemas.openxmlformats.org/drawingml/2006/main"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950" b="0">
                <a:solidFill>
                  <a:srgbClr val="2454FF"/>
                </a:solidFill>
                <a:latin typeface="Noto Sans SC Medium"/>
                <a:ea typeface="Noto Sans SC Medium"/>
                <a:cs typeface="Noto Sans SC Medium"/>
              </a:rPr>
              <a:t>计划</a:t>
            </a:r>
            <a:r>
              <a:rPr sz="1950" b="0">
                <a:solidFill>
                  <a:srgbClr val="2454FF"/>
                </a:solidFill>
                <a:latin typeface="Instrument Sans Medium"/>
                <a:ea typeface="Instrument Sans Medium"/>
                <a:cs typeface="Instrument Sans Medium"/>
              </a:rPr>
              <a:t> </a:t>
            </a:r>
            <a:r>
              <a:rPr sz="1950" b="0">
                <a:solidFill>
                  <a:srgbClr val="2454FF"/>
                </a:solidFill>
                <a:latin typeface="Noto Sans SC Medium"/>
                <a:ea typeface="Noto Sans SC Medium"/>
                <a:cs typeface="Noto Sans SC Medium"/>
              </a:rPr>
              <a:t>·</a:t>
            </a:r>
            <a:r>
              <a:rPr sz="1950" b="0">
                <a:solidFill>
                  <a:srgbClr val="2454FF"/>
                </a:solidFill>
                <a:latin typeface="Instrument Sans Medium"/>
                <a:ea typeface="Instrument Sans Medium"/>
                <a:cs typeface="Instrument Sans Medium"/>
              </a:rPr>
              <a:t> </a:t>
            </a:r>
            <a:r>
              <a:rPr sz="1950" b="0">
                <a:solidFill>
                  <a:srgbClr val="2454FF"/>
                </a:solidFill>
                <a:latin typeface="Noto Sans SC Medium"/>
                <a:ea typeface="Noto Sans SC Medium"/>
                <a:cs typeface="Noto Sans SC Medium"/>
              </a:rPr>
              <a:t>投放</a:t>
            </a:r>
            <a:r>
              <a:rPr sz="1950" b="0">
                <a:solidFill>
                  <a:srgbClr val="2454FF"/>
                </a:solidFill>
                <a:latin typeface="Instrument Sans Medium"/>
                <a:ea typeface="Instrument Sans Medium"/>
                <a:cs typeface="Instrument Sans Medium"/>
              </a:rPr>
              <a:t> </a:t>
            </a:r>
            <a:r>
              <a:rPr sz="1950" b="0">
                <a:solidFill>
                  <a:srgbClr val="2454FF"/>
                </a:solidFill>
                <a:latin typeface="Noto Sans SC Medium"/>
                <a:ea typeface="Noto Sans SC Medium"/>
                <a:cs typeface="Noto Sans SC Medium"/>
              </a:rPr>
              <a:t>·</a:t>
            </a:r>
            <a:r>
              <a:rPr sz="1950" b="0">
                <a:solidFill>
                  <a:srgbClr val="2454FF"/>
                </a:solidFill>
                <a:latin typeface="Instrument Sans Medium"/>
                <a:ea typeface="Instrument Sans Medium"/>
                <a:cs typeface="Instrument Sans Medium"/>
              </a:rPr>
              <a:t> </a:t>
            </a:r>
            <a:r>
              <a:rPr sz="1950" b="0">
                <a:solidFill>
                  <a:srgbClr val="2454FF"/>
                </a:solidFill>
                <a:latin typeface="Noto Sans SC Medium"/>
                <a:ea typeface="Noto Sans SC Medium"/>
                <a:cs typeface="Noto Sans SC Medium"/>
              </a:rPr>
              <a:t>优化</a:t>
            </a:r>
          </a:p>
        </p:txBody>
      </p:sp>
    </p:spTree>
    <p:extLst>
      <p:ext uri="{BB962C8B-B14F-4D97-AF65-F5344CB8AC3E}">
        <p14:creationId xmlns:p14="http://schemas.microsoft.com/office/powerpoint/2010/main" val="63289883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4F1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panel-165">
            <a:extLst xmlns:a="http://schemas.openxmlformats.org/drawingml/2006/main">
              <a:ext uri="{FF2B5EF4-FFF2-40B4-BE49-F238E27FC236}">
                <a16:creationId xmlns:a16="http://schemas.microsoft.com/office/drawing/2014/main" id="{2B643842-8AA9-4DA6-A768-E5E3921BF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33400"/>
            <a:ext cx="3619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ext-166">
            <a:extLst xmlns:a="http://schemas.openxmlformats.org/drawingml/2006/main">
              <a:ext uri="{FF2B5EF4-FFF2-40B4-BE49-F238E27FC236}">
                <a16:creationId xmlns:a16="http://schemas.microsoft.com/office/drawing/2014/main" id="{234C42BC-B531-45AD-9DCD-779649D68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00050"/>
            <a:ext cx="11430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  <a:lvl6pPr algn="l">
              <a:defRPr/>
            </a:lvl6pPr>
            <a:lvl7pPr algn="l">
              <a:defRPr/>
            </a:lvl7pPr>
            <a:lvl8pPr algn="l">
              <a:defRPr/>
            </a:lvl8pPr>
            <a:lvl9pPr algn="l">
              <a:defRPr/>
            </a:lvl9pPr>
          </a:lstStyle>
          <a:p xmlns:a="http://schemas.openxmlformats.org/drawingml/2006/main"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0">
                <a:solidFill>
                  <a:srgbClr val="62625D"/>
                </a:solidFill>
                <a:latin typeface="Noto Sans SC"/>
                <a:ea typeface="Noto Sans SC"/>
                <a:cs typeface="Noto Sans SC"/>
              </a:rPr>
              <a:t>我们做什么</a:t>
            </a:r>
            <a:r>
              <a:rPr sz="1500" b="0">
                <a:solidFill>
                  <a:srgbClr val="62625D"/>
                </a:solidFill>
                <a:latin typeface="Instrument Sans"/>
                <a:ea typeface="Instrument Sans"/>
                <a:cs typeface="Instrument Sans"/>
              </a:rPr>
              <a:t> </a:t>
            </a:r>
            <a:r>
              <a:rPr sz="1500" b="0">
                <a:solidFill>
                  <a:srgbClr val="62625D"/>
                </a:solidFill>
                <a:latin typeface="Noto Sans SC"/>
                <a:ea typeface="Noto Sans SC"/>
                <a:cs typeface="Noto Sans SC"/>
              </a:rPr>
              <a:t>·</a:t>
            </a:r>
            <a:r>
              <a:rPr sz="1500" b="0">
                <a:solidFill>
                  <a:srgbClr val="62625D"/>
                </a:solidFill>
                <a:latin typeface="Instrument Sans"/>
                <a:ea typeface="Instrument Sans"/>
                <a:cs typeface="Instrument Sans"/>
              </a:rPr>
              <a:t> </a:t>
            </a:r>
            <a:r>
              <a:rPr sz="1500" b="0">
                <a:solidFill>
                  <a:srgbClr val="62625D"/>
                </a:solidFill>
                <a:latin typeface="Noto Sans SC"/>
                <a:ea typeface="Noto Sans SC"/>
                <a:cs typeface="Noto Sans SC"/>
              </a:rPr>
              <a:t>专业协作</a:t>
            </a:r>
          </a:p>
        </p:txBody>
      </p:sp>
      <p:sp>
        <p:nvSpPr>
          <p:cNvPr id="3" name="title-167">
            <a:extLst xmlns:a="http://schemas.openxmlformats.org/drawingml/2006/main">
              <a:ext uri="{FF2B5EF4-FFF2-40B4-BE49-F238E27FC236}">
                <a16:creationId xmlns:a16="http://schemas.microsoft.com/office/drawing/2014/main" id="{67C232FC-8726-463D-B552-3C4D43B06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000125"/>
            <a:ext cx="135636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  <a:lvl6pPr algn="l">
              <a:defRPr/>
            </a:lvl6pPr>
            <a:lvl7pPr algn="l">
              <a:defRPr/>
            </a:lvl7pPr>
            <a:lvl8pPr algn="l">
              <a:defRPr/>
            </a:lvl8pPr>
            <a:lvl9pPr algn="l">
              <a:defRPr/>
            </a:lvl9pPr>
          </a:lstStyle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050" b="0">
                <a:solidFill>
                  <a:srgbClr val="111111"/>
                </a:solidFill>
                <a:latin typeface="Noto Sans SC SemiBold"/>
                <a:ea typeface="Noto Sans SC SemiBold"/>
                <a:cs typeface="Noto Sans SC SemiBold"/>
              </a:rPr>
              <a:t>按需组织专业资源，拓展项目能力</a:t>
            </a:r>
          </a:p>
        </p:txBody>
      </p:sp>
      <p:sp>
        <p:nvSpPr>
          <p:cNvPr id="4" name="text-168">
            <a:extLst xmlns:a="http://schemas.openxmlformats.org/drawingml/2006/main">
              <a:ext uri="{FF2B5EF4-FFF2-40B4-BE49-F238E27FC236}">
                <a16:creationId xmlns:a16="http://schemas.microsoft.com/office/drawing/2014/main" id="{C974C874-6826-423A-9559-08BB2C4CD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52625"/>
            <a:ext cx="135636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  <a:lvl6pPr algn="l">
              <a:defRPr/>
            </a:lvl6pPr>
            <a:lvl7pPr algn="l">
              <a:defRPr/>
            </a:lvl7pPr>
            <a:lvl8pPr algn="l">
              <a:defRPr/>
            </a:lvl8pPr>
            <a:lvl9pPr algn="l">
              <a:defRPr/>
            </a:lvl9pPr>
          </a:lstStyle>
          <a:p xmlns:a="http://schemas.openxmlformats.org/drawingml/2006/main"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025" b="0">
                <a:solidFill>
                  <a:srgbClr val="62625D"/>
                </a:solidFill>
                <a:latin typeface="Noto Sans SC"/>
                <a:ea typeface="Noto Sans SC"/>
                <a:cs typeface="Noto Sans SC"/>
              </a:rPr>
              <a:t>当项目需要更多本地或专项能力，</a:t>
            </a:r>
            <a:r>
              <a:rPr sz="2025" b="0">
                <a:solidFill>
                  <a:srgbClr val="62625D"/>
                </a:solidFill>
                <a:latin typeface="Instrument Sans"/>
                <a:ea typeface="Instrument Sans"/>
                <a:cs typeface="Instrument Sans"/>
              </a:rPr>
              <a:t>Outrise </a:t>
            </a:r>
            <a:r>
              <a:rPr sz="2025" b="0">
                <a:solidFill>
                  <a:srgbClr val="62625D"/>
                </a:solidFill>
                <a:latin typeface="Noto Sans SC"/>
                <a:ea typeface="Noto Sans SC"/>
                <a:cs typeface="Noto Sans SC"/>
              </a:rPr>
              <a:t>帮助触达、筛选与协调。</a:t>
            </a:r>
          </a:p>
        </p:txBody>
      </p:sp>
      <p:cxnSp>
        <p:nvCxnSpPr>
          <p:cNvPr id="5" name="connector-169">
            <a:extLst xmlns:a="http://schemas.openxmlformats.org/drawingml/2006/main">
              <a:ext uri="{FF2B5EF4-FFF2-40B4-BE49-F238E27FC236}">
                <a16:creationId xmlns:a16="http://schemas.microsoft.com/office/drawing/2014/main" id="{98A5F4EB-56B0-4B75-84FB-089BA5D76780}"/>
              </a:ext>
            </a:extLst>
          </p:cNvPr>
          <p:cNvCxnSpPr/>
          <p:nvPr/>
        </p:nvCxnSpPr>
        <p:spPr>
          <a:xfrm xmlns:a="http://schemas.openxmlformats.org/drawingml/2006/main">
            <a:off x="838200" y="7762875"/>
            <a:ext cx="135636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6D4CB"/>
            </a:solidFill>
            <a:prstDash val="solid"/>
          </a:ln>
        </p:spPr>
      </p:cxn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CC8027-DDA6-41D7-AB73-8C6778A457B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edac056ba694eed"/>
          <a:stretch xmlns:a="http://schemas.openxmlformats.org/drawingml/2006/main"/>
        </p:blipFill>
        <p:spPr>
          <a:xfrm xmlns:a="http://schemas.openxmlformats.org/drawingml/2006/main">
            <a:off x="838200" y="7981950"/>
            <a:ext cx="1714500" cy="453628"/>
          </a:xfrm>
          <a:prstGeom xmlns:a="http://schemas.openxmlformats.org/drawingml/2006/main" prst="rect">
            <a:avLst/>
          </a:prstGeom>
        </p:spPr>
      </p:pic>
      <p:sp>
        <p:nvSpPr>
          <p:cNvPr id="7" name="text-170">
            <a:extLst xmlns:a="http://schemas.openxmlformats.org/drawingml/2006/main">
              <a:ext uri="{FF2B5EF4-FFF2-40B4-BE49-F238E27FC236}">
                <a16:creationId xmlns:a16="http://schemas.microsoft.com/office/drawing/2014/main" id="{5B8819A6-AC64-487B-B1CB-6B4EA295E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8010525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  <a:lvl6pPr algn="l">
              <a:defRPr/>
            </a:lvl6pPr>
            <a:lvl7pPr algn="l">
              <a:defRPr/>
            </a:lvl7pPr>
            <a:lvl8pPr algn="l">
              <a:defRPr/>
            </a:lvl8pPr>
            <a:lvl9pPr algn="l">
              <a:defRPr/>
            </a:lvl9pPr>
          </a:lstStyle>
          <a:p xmlns:a="http://schemas.openxmlformats.org/drawingml/2006/main"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75" b="0">
                <a:solidFill>
                  <a:srgbClr val="62625D"/>
                </a:solidFill>
                <a:latin typeface="Noto Sans SC"/>
                <a:ea typeface="Noto Sans SC"/>
                <a:cs typeface="Noto Sans SC"/>
              </a:rPr>
              <a:t>客户统一对接</a:t>
            </a:r>
            <a:r>
              <a:rPr sz="1275" b="0">
                <a:solidFill>
                  <a:srgbClr val="62625D"/>
                </a:solidFill>
                <a:latin typeface="Instrument Sans"/>
                <a:ea typeface="Instrument Sans"/>
                <a:cs typeface="Instrument Sans"/>
              </a:rPr>
              <a:t> Outrise</a:t>
            </a:r>
            <a:r>
              <a:rPr sz="1275" b="0">
                <a:solidFill>
                  <a:srgbClr val="62625D"/>
                </a:solidFill>
                <a:latin typeface="Noto Sans SC"/>
                <a:ea typeface="Noto Sans SC"/>
                <a:cs typeface="Noto Sans SC"/>
              </a:rPr>
              <a:t>；伙伴参与方式与工作范围在方案中明确。</a:t>
            </a:r>
          </a:p>
        </p:txBody>
      </p:sp>
      <p:sp>
        <p:nvSpPr>
          <p:cNvPr id="8" name="text-171">
            <a:extLst xmlns:a="http://schemas.openxmlformats.org/drawingml/2006/main">
              <a:ext uri="{FF2B5EF4-FFF2-40B4-BE49-F238E27FC236}">
                <a16:creationId xmlns:a16="http://schemas.microsoft.com/office/drawing/2014/main" id="{0EF6F392-7DEE-432D-94F7-F67EE0F2D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92200" y="7991475"/>
            <a:ext cx="609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/>
            <a:lvl1pPr algn="r">
              <a:defRPr/>
            </a:lvl1pPr>
            <a:lvl2pPr algn="r">
              <a:defRPr/>
            </a:lvl2pPr>
            <a:lvl3pPr algn="r">
              <a:defRPr/>
            </a:lvl3pPr>
            <a:lvl4pPr algn="r">
              <a:defRPr/>
            </a:lvl4pPr>
            <a:lvl5pPr algn="r">
              <a:defRPr/>
            </a:lvl5pPr>
            <a:lvl6pPr algn="r">
              <a:defRPr/>
            </a:lvl6pPr>
            <a:lvl7pPr algn="r">
              <a:defRPr/>
            </a:lvl7pPr>
            <a:lvl8pPr algn="r">
              <a:defRPr/>
            </a:lvl8pPr>
            <a:lvl9pPr algn="r">
              <a:defRPr/>
            </a:lvl9pPr>
          </a:lstStyle>
          <a:p xmlns:a="http://schemas.openxmlformats.org/drawingml/2006/main"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 b="0">
                <a:solidFill>
                  <a:srgbClr val="62625D"/>
                </a:solidFill>
                <a:latin typeface="Instrument Sans"/>
                <a:ea typeface="Instrument Sans"/>
                <a:cs typeface="Instrument Sans"/>
              </a:rPr>
              <a:t>09</a:t>
            </a:r>
          </a:p>
        </p:txBody>
      </p:sp>
      <p:sp>
        <p:nvSpPr>
          <p:cNvPr id="9" name="panel-172">
            <a:extLst xmlns:a="http://schemas.openxmlformats.org/drawingml/2006/main">
              <a:ext uri="{FF2B5EF4-FFF2-40B4-BE49-F238E27FC236}">
                <a16:creationId xmlns:a16="http://schemas.microsoft.com/office/drawing/2014/main" id="{66A1F320-AACC-4010-A59C-42E89C2DE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333750"/>
            <a:ext cx="3429000" cy="3095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panel-173">
            <a:extLst xmlns:a="http://schemas.openxmlformats.org/drawingml/2006/main">
              <a:ext uri="{FF2B5EF4-FFF2-40B4-BE49-F238E27FC236}">
                <a16:creationId xmlns:a16="http://schemas.microsoft.com/office/drawing/2014/main" id="{BB2A0F48-5B1C-4726-8981-73BF162A8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638550"/>
            <a:ext cx="5143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ext-174">
            <a:extLst xmlns:a="http://schemas.openxmlformats.org/drawingml/2006/main">
              <a:ext uri="{FF2B5EF4-FFF2-40B4-BE49-F238E27FC236}">
                <a16:creationId xmlns:a16="http://schemas.microsoft.com/office/drawing/2014/main" id="{5761CE45-8D86-4969-9F47-06934DD8D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095750"/>
            <a:ext cx="2857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  <a:lvl6pPr algn="l">
              <a:defRPr/>
            </a:lvl6pPr>
            <a:lvl7pPr algn="l">
              <a:defRPr/>
            </a:lvl7pPr>
            <a:lvl8pPr algn="l">
              <a:defRPr/>
            </a:lvl8pPr>
            <a:lvl9pPr algn="l">
              <a:defRPr/>
            </a:lvl9pPr>
          </a:lstStyle>
          <a:p xmlns:a="http://schemas.openxmlformats.org/drawingml/2006/main"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625" b="0">
                <a:solidFill>
                  <a:srgbClr val="F4F1E9"/>
                </a:solidFill>
                <a:latin typeface="Instrument Sans Medium"/>
                <a:ea typeface="Instrument Sans Medium"/>
                <a:cs typeface="Instrument Sans Medium"/>
              </a:rPr>
              <a:t>Outrise </a:t>
            </a:r>
            <a:r>
              <a:rPr sz="2625" b="0">
                <a:solidFill>
                  <a:srgbClr val="F4F1E9"/>
                </a:solidFill>
                <a:latin typeface="Noto Sans SC Medium"/>
                <a:ea typeface="Noto Sans SC Medium"/>
                <a:cs typeface="Noto Sans SC Medium"/>
              </a:rPr>
              <a:t>统一组织</a:t>
            </a:r>
          </a:p>
        </p:txBody>
      </p:sp>
      <p:cxnSp>
        <p:nvCxnSpPr>
          <p:cNvPr id="12" name="connector-175">
            <a:extLst xmlns:a="http://schemas.openxmlformats.org/drawingml/2006/main">
              <a:ext uri="{FF2B5EF4-FFF2-40B4-BE49-F238E27FC236}">
                <a16:creationId xmlns:a16="http://schemas.microsoft.com/office/drawing/2014/main" id="{EF434B5C-AA83-4434-B9F3-A3FF86D5FCA3}"/>
              </a:ext>
            </a:extLst>
          </p:cNvPr>
          <p:cNvCxnSpPr/>
          <p:nvPr/>
        </p:nvCxnSpPr>
        <p:spPr>
          <a:xfrm xmlns:a="http://schemas.openxmlformats.org/drawingml/2006/main">
            <a:off x="4267200" y="4867275"/>
            <a:ext cx="6096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4FF"/>
            </a:solidFill>
            <a:prstDash val="solid"/>
          </a:ln>
        </p:spPr>
      </p:cxnSp>
      <p:cxnSp>
        <p:nvCxnSpPr>
          <p:cNvPr id="13" name="connector-176">
            <a:extLst xmlns:a="http://schemas.openxmlformats.org/drawingml/2006/main">
              <a:ext uri="{FF2B5EF4-FFF2-40B4-BE49-F238E27FC236}">
                <a16:creationId xmlns:a16="http://schemas.microsoft.com/office/drawing/2014/main" id="{F5CC619D-D142-4C58-8721-75C1EC0B8594}"/>
              </a:ext>
            </a:extLst>
          </p:cNvPr>
          <p:cNvCxnSpPr/>
          <p:nvPr/>
        </p:nvCxnSpPr>
        <p:spPr>
          <a:xfrm xmlns:a="http://schemas.openxmlformats.org/drawingml/2006/main">
            <a:off x="4876800" y="3419475"/>
            <a:ext cx="0" cy="30575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4FF"/>
            </a:solidFill>
            <a:prstDash val="solid"/>
          </a:ln>
        </p:spPr>
      </p:cxnSp>
      <p:cxnSp>
        <p:nvCxnSpPr>
          <p:cNvPr id="14" name="connector-177">
            <a:extLst xmlns:a="http://schemas.openxmlformats.org/drawingml/2006/main">
              <a:ext uri="{FF2B5EF4-FFF2-40B4-BE49-F238E27FC236}">
                <a16:creationId xmlns:a16="http://schemas.microsoft.com/office/drawing/2014/main" id="{91F9B5BF-7332-4FD0-9270-DC09DBD3131A}"/>
              </a:ext>
            </a:extLst>
          </p:cNvPr>
          <p:cNvCxnSpPr/>
          <p:nvPr/>
        </p:nvCxnSpPr>
        <p:spPr>
          <a:xfrm xmlns:a="http://schemas.openxmlformats.org/drawingml/2006/main">
            <a:off x="4876800" y="3419475"/>
            <a:ext cx="4381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4FF"/>
            </a:solidFill>
            <a:prstDash val="solid"/>
            <a:tailEnd type="triangle" w="sm" len="sm"/>
          </a:ln>
        </p:spPr>
      </p:cxnSp>
      <p:sp>
        <p:nvSpPr>
          <p:cNvPr id="15" name="text-178">
            <a:extLst xmlns:a="http://schemas.openxmlformats.org/drawingml/2006/main">
              <a:ext uri="{FF2B5EF4-FFF2-40B4-BE49-F238E27FC236}">
                <a16:creationId xmlns:a16="http://schemas.microsoft.com/office/drawing/2014/main" id="{20551117-5332-4608-A690-9FE87DDB1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3038475"/>
            <a:ext cx="88011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  <a:lvl6pPr algn="l">
              <a:defRPr/>
            </a:lvl6pPr>
            <a:lvl7pPr algn="l">
              <a:defRPr/>
            </a:lvl7pPr>
            <a:lvl8pPr algn="l">
              <a:defRPr/>
            </a:lvl8pPr>
            <a:lvl9pPr algn="l">
              <a:defRPr/>
            </a:lvl9pPr>
          </a:lstStyle>
          <a:p xmlns:a="http://schemas.openxmlformats.org/drawingml/2006/main"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0">
                <a:solidFill>
                  <a:srgbClr val="111111"/>
                </a:solidFill>
                <a:latin typeface="Noto Sans SC Medium"/>
                <a:ea typeface="Noto Sans SC Medium"/>
                <a:cs typeface="Noto Sans SC Medium"/>
              </a:rPr>
              <a:t>本地渠道拓展</a:t>
            </a:r>
          </a:p>
        </p:txBody>
      </p:sp>
      <p:sp>
        <p:nvSpPr>
          <p:cNvPr id="16" name="text-179">
            <a:extLst xmlns:a="http://schemas.openxmlformats.org/drawingml/2006/main">
              <a:ext uri="{FF2B5EF4-FFF2-40B4-BE49-F238E27FC236}">
                <a16:creationId xmlns:a16="http://schemas.microsoft.com/office/drawing/2014/main" id="{CD426080-768C-4689-A4C5-3EF0AEDCA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3590925"/>
            <a:ext cx="88011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  <a:lvl6pPr algn="l">
              <a:defRPr/>
            </a:lvl6pPr>
            <a:lvl7pPr algn="l">
              <a:defRPr/>
            </a:lvl7pPr>
            <a:lvl8pPr algn="l">
              <a:defRPr/>
            </a:lvl8pPr>
            <a:lvl9pPr algn="l">
              <a:defRPr/>
            </a:lvl9pPr>
          </a:lstStyle>
          <a:p xmlns:a="http://schemas.openxmlformats.org/drawingml/2006/main"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100" b="0">
                <a:solidFill>
                  <a:srgbClr val="111111"/>
                </a:solidFill>
                <a:latin typeface="Noto Sans SC"/>
                <a:ea typeface="Noto Sans SC"/>
                <a:cs typeface="Noto Sans SC"/>
              </a:rPr>
              <a:t>围绕市场目标，识别适合接触的渠道与资源，推进沟通，并协调后续合</a:t>
            </a:r>
          </a:p>
          <a:p xmlns:a="http://schemas.openxmlformats.org/drawingml/2006/main"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100" b="0">
                <a:solidFill>
                  <a:srgbClr val="111111"/>
                </a:solidFill>
                <a:latin typeface="Noto Sans SC"/>
                <a:ea typeface="Noto Sans SC"/>
                <a:cs typeface="Noto Sans SC"/>
              </a:rPr>
              <a:t>作机会。</a:t>
            </a:r>
          </a:p>
        </p:txBody>
      </p:sp>
      <p:cxnSp>
        <p:nvCxnSpPr>
          <p:cNvPr id="17" name="connector-180">
            <a:extLst xmlns:a="http://schemas.openxmlformats.org/drawingml/2006/main">
              <a:ext uri="{FF2B5EF4-FFF2-40B4-BE49-F238E27FC236}">
                <a16:creationId xmlns:a16="http://schemas.microsoft.com/office/drawing/2014/main" id="{7CA80D76-31F3-418F-B2D5-E0B0A2987D3E}"/>
              </a:ext>
            </a:extLst>
          </p:cNvPr>
          <p:cNvCxnSpPr/>
          <p:nvPr/>
        </p:nvCxnSpPr>
        <p:spPr>
          <a:xfrm xmlns:a="http://schemas.openxmlformats.org/drawingml/2006/main">
            <a:off x="4876800" y="4848225"/>
            <a:ext cx="4381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4FF"/>
            </a:solidFill>
            <a:prstDash val="solid"/>
            <a:tailEnd type="triangle" w="sm" len="sm"/>
          </a:ln>
        </p:spPr>
      </p:cxnSp>
      <p:sp>
        <p:nvSpPr>
          <p:cNvPr id="18" name="text-181">
            <a:extLst xmlns:a="http://schemas.openxmlformats.org/drawingml/2006/main">
              <a:ext uri="{FF2B5EF4-FFF2-40B4-BE49-F238E27FC236}">
                <a16:creationId xmlns:a16="http://schemas.microsoft.com/office/drawing/2014/main" id="{E2D10F18-0503-4286-88D5-6C3000A77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4467225"/>
            <a:ext cx="88011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  <a:lvl6pPr algn="l">
              <a:defRPr/>
            </a:lvl6pPr>
            <a:lvl7pPr algn="l">
              <a:defRPr/>
            </a:lvl7pPr>
            <a:lvl8pPr algn="l">
              <a:defRPr/>
            </a:lvl8pPr>
            <a:lvl9pPr algn="l">
              <a:defRPr/>
            </a:lvl9pPr>
          </a:lstStyle>
          <a:p xmlns:a="http://schemas.openxmlformats.org/drawingml/2006/main"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0">
                <a:solidFill>
                  <a:srgbClr val="111111"/>
                </a:solidFill>
                <a:latin typeface="Noto Sans SC Medium"/>
                <a:ea typeface="Noto Sans SC Medium"/>
                <a:cs typeface="Noto Sans SC Medium"/>
              </a:rPr>
              <a:t>落地执行支持</a:t>
            </a:r>
          </a:p>
        </p:txBody>
      </p:sp>
      <p:sp>
        <p:nvSpPr>
          <p:cNvPr id="19" name="text-182">
            <a:extLst xmlns:a="http://schemas.openxmlformats.org/drawingml/2006/main">
              <a:ext uri="{FF2B5EF4-FFF2-40B4-BE49-F238E27FC236}">
                <a16:creationId xmlns:a16="http://schemas.microsoft.com/office/drawing/2014/main" id="{1BA10FE0-B292-409F-902E-F72F7BF17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5019675"/>
            <a:ext cx="88011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  <a:lvl6pPr algn="l">
              <a:defRPr/>
            </a:lvl6pPr>
            <a:lvl7pPr algn="l">
              <a:defRPr/>
            </a:lvl7pPr>
            <a:lvl8pPr algn="l">
              <a:defRPr/>
            </a:lvl8pPr>
            <a:lvl9pPr algn="l">
              <a:defRPr/>
            </a:lvl9pPr>
          </a:lstStyle>
          <a:p xmlns:a="http://schemas.openxmlformats.org/drawingml/2006/main"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100" b="0">
                <a:solidFill>
                  <a:srgbClr val="111111"/>
                </a:solidFill>
                <a:latin typeface="Noto Sans SC"/>
                <a:ea typeface="Noto Sans SC"/>
                <a:cs typeface="Noto Sans SC"/>
              </a:rPr>
              <a:t>根据项目安排，对接相应的本地专业团队，协调任务要求、执行节奏与</a:t>
            </a:r>
          </a:p>
          <a:p xmlns:a="http://schemas.openxmlformats.org/drawingml/2006/main"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100" b="0">
                <a:solidFill>
                  <a:srgbClr val="111111"/>
                </a:solidFill>
                <a:latin typeface="Noto Sans SC"/>
                <a:ea typeface="Noto Sans SC"/>
                <a:cs typeface="Noto Sans SC"/>
              </a:rPr>
              <a:t>交付衔接。</a:t>
            </a:r>
          </a:p>
        </p:txBody>
      </p:sp>
      <p:cxnSp>
        <p:nvCxnSpPr>
          <p:cNvPr id="20" name="connector-183">
            <a:extLst xmlns:a="http://schemas.openxmlformats.org/drawingml/2006/main">
              <a:ext uri="{FF2B5EF4-FFF2-40B4-BE49-F238E27FC236}">
                <a16:creationId xmlns:a16="http://schemas.microsoft.com/office/drawing/2014/main" id="{3F5D3BA0-04C3-47EC-A4AA-244913EC67AE}"/>
              </a:ext>
            </a:extLst>
          </p:cNvPr>
          <p:cNvCxnSpPr/>
          <p:nvPr/>
        </p:nvCxnSpPr>
        <p:spPr>
          <a:xfrm xmlns:a="http://schemas.openxmlformats.org/drawingml/2006/main">
            <a:off x="4876800" y="6276975"/>
            <a:ext cx="4381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4FF"/>
            </a:solidFill>
            <a:prstDash val="solid"/>
            <a:tailEnd type="triangle" w="sm" len="sm"/>
          </a:ln>
        </p:spPr>
      </p:cxnSp>
      <p:sp>
        <p:nvSpPr>
          <p:cNvPr id="21" name="text-184">
            <a:extLst xmlns:a="http://schemas.openxmlformats.org/drawingml/2006/main">
              <a:ext uri="{FF2B5EF4-FFF2-40B4-BE49-F238E27FC236}">
                <a16:creationId xmlns:a16="http://schemas.microsoft.com/office/drawing/2014/main" id="{B90DF2DE-6848-488F-9436-A42C65458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5895975"/>
            <a:ext cx="88011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  <a:lvl6pPr algn="l">
              <a:defRPr/>
            </a:lvl6pPr>
            <a:lvl7pPr algn="l">
              <a:defRPr/>
            </a:lvl7pPr>
            <a:lvl8pPr algn="l">
              <a:defRPr/>
            </a:lvl8pPr>
            <a:lvl9pPr algn="l">
              <a:defRPr/>
            </a:lvl9pPr>
          </a:lstStyle>
          <a:p xmlns:a="http://schemas.openxmlformats.org/drawingml/2006/main"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0">
                <a:solidFill>
                  <a:srgbClr val="111111"/>
                </a:solidFill>
                <a:latin typeface="Noto Sans SC Medium"/>
                <a:ea typeface="Noto Sans SC Medium"/>
                <a:cs typeface="Noto Sans SC Medium"/>
              </a:rPr>
              <a:t>公共关系（</a:t>
            </a:r>
            <a:r>
              <a:rPr sz="2400" b="0">
                <a:solidFill>
                  <a:srgbClr val="111111"/>
                </a:solidFill>
                <a:latin typeface="Instrument Sans Medium"/>
                <a:ea typeface="Instrument Sans Medium"/>
                <a:cs typeface="Instrument Sans Medium"/>
              </a:rPr>
              <a:t>PR</a:t>
            </a:r>
            <a:r>
              <a:rPr sz="2400" b="0">
                <a:solidFill>
                  <a:srgbClr val="111111"/>
                </a:solidFill>
                <a:latin typeface="Noto Sans SC Medium"/>
                <a:ea typeface="Noto Sans SC Medium"/>
                <a:cs typeface="Noto Sans SC Medium"/>
              </a:rPr>
              <a:t>）</a:t>
            </a:r>
          </a:p>
        </p:txBody>
      </p:sp>
      <p:sp>
        <p:nvSpPr>
          <p:cNvPr id="22" name="text-185">
            <a:extLst xmlns:a="http://schemas.openxmlformats.org/drawingml/2006/main">
              <a:ext uri="{FF2B5EF4-FFF2-40B4-BE49-F238E27FC236}">
                <a16:creationId xmlns:a16="http://schemas.microsoft.com/office/drawing/2014/main" id="{FFA2D888-AD09-4C24-96F8-ECF01CECF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6448425"/>
            <a:ext cx="88011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  <a:lvl6pPr algn="l">
              <a:defRPr/>
            </a:lvl6pPr>
            <a:lvl7pPr algn="l">
              <a:defRPr/>
            </a:lvl7pPr>
            <a:lvl8pPr algn="l">
              <a:defRPr/>
            </a:lvl8pPr>
            <a:lvl9pPr algn="l">
              <a:defRPr/>
            </a:lvl9pPr>
          </a:lstStyle>
          <a:p xmlns:a="http://schemas.openxmlformats.org/drawingml/2006/main"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100" b="0">
                <a:solidFill>
                  <a:srgbClr val="111111"/>
                </a:solidFill>
                <a:latin typeface="Noto Sans SC"/>
                <a:ea typeface="Noto Sans SC"/>
                <a:cs typeface="Noto Sans SC"/>
              </a:rPr>
              <a:t>根据传播或业务需求，引入匹配的专业伙伴，共同明确工作内容、责任</a:t>
            </a:r>
          </a:p>
          <a:p xmlns:a="http://schemas.openxmlformats.org/drawingml/2006/main"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100" b="0">
                <a:solidFill>
                  <a:srgbClr val="111111"/>
                </a:solidFill>
                <a:latin typeface="Noto Sans SC"/>
                <a:ea typeface="Noto Sans SC"/>
                <a:cs typeface="Noto Sans SC"/>
              </a:rPr>
              <a:t>与推进方式。</a:t>
            </a:r>
          </a:p>
        </p:txBody>
      </p:sp>
    </p:spTree>
    <p:extLst>
      <p:ext uri="{BB962C8B-B14F-4D97-AF65-F5344CB8AC3E}">
        <p14:creationId xmlns:p14="http://schemas.microsoft.com/office/powerpoint/2010/main" val="34029594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4F1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panel-186">
            <a:extLst xmlns:a="http://schemas.openxmlformats.org/drawingml/2006/main">
              <a:ext uri="{FF2B5EF4-FFF2-40B4-BE49-F238E27FC236}">
                <a16:creationId xmlns:a16="http://schemas.microsoft.com/office/drawing/2014/main" id="{C7BCA3FC-7A5E-438A-9679-00E41BF57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33400"/>
            <a:ext cx="3619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ext-187">
            <a:extLst xmlns:a="http://schemas.openxmlformats.org/drawingml/2006/main">
              <a:ext uri="{FF2B5EF4-FFF2-40B4-BE49-F238E27FC236}">
                <a16:creationId xmlns:a16="http://schemas.microsoft.com/office/drawing/2014/main" id="{BA6C3FD3-FD93-4465-A7AF-E11749C42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00050"/>
            <a:ext cx="11430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  <a:lvl6pPr algn="l">
              <a:defRPr/>
            </a:lvl6pPr>
            <a:lvl7pPr algn="l">
              <a:defRPr/>
            </a:lvl7pPr>
            <a:lvl8pPr algn="l">
              <a:defRPr/>
            </a:lvl8pPr>
            <a:lvl9pPr algn="l">
              <a:defRPr/>
            </a:lvl9pPr>
          </a:lstStyle>
          <a:p xmlns:a="http://schemas.openxmlformats.org/drawingml/2006/main"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0">
                <a:solidFill>
                  <a:srgbClr val="62625D"/>
                </a:solidFill>
                <a:latin typeface="Noto Sans SC"/>
                <a:ea typeface="Noto Sans SC"/>
                <a:cs typeface="Noto Sans SC"/>
              </a:rPr>
              <a:t>怎样推进项目</a:t>
            </a:r>
          </a:p>
        </p:txBody>
      </p:sp>
      <p:sp>
        <p:nvSpPr>
          <p:cNvPr id="3" name="title-188">
            <a:extLst xmlns:a="http://schemas.openxmlformats.org/drawingml/2006/main">
              <a:ext uri="{FF2B5EF4-FFF2-40B4-BE49-F238E27FC236}">
                <a16:creationId xmlns:a16="http://schemas.microsoft.com/office/drawing/2014/main" id="{C30DFC19-64B0-4670-BCD8-5C3B5CCE9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000125"/>
            <a:ext cx="135636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  <a:lvl6pPr algn="l">
              <a:defRPr/>
            </a:lvl6pPr>
            <a:lvl7pPr algn="l">
              <a:defRPr/>
            </a:lvl7pPr>
            <a:lvl8pPr algn="l">
              <a:defRPr/>
            </a:lvl8pPr>
            <a:lvl9pPr algn="l">
              <a:defRPr/>
            </a:lvl9pPr>
          </a:lstStyle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050" b="0">
                <a:solidFill>
                  <a:srgbClr val="111111"/>
                </a:solidFill>
                <a:latin typeface="Noto Sans SC SemiBold"/>
                <a:ea typeface="Noto Sans SC SemiBold"/>
                <a:cs typeface="Noto Sans SC SemiBold"/>
              </a:rPr>
              <a:t>从业务目标出发，持续推进与调整</a:t>
            </a:r>
          </a:p>
        </p:txBody>
      </p:sp>
      <p:sp>
        <p:nvSpPr>
          <p:cNvPr id="4" name="text-189">
            <a:extLst xmlns:a="http://schemas.openxmlformats.org/drawingml/2006/main">
              <a:ext uri="{FF2B5EF4-FFF2-40B4-BE49-F238E27FC236}">
                <a16:creationId xmlns:a16="http://schemas.microsoft.com/office/drawing/2014/main" id="{17E4B1A9-3690-44B9-AE6C-35487BED4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52625"/>
            <a:ext cx="135636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  <a:lvl6pPr algn="l">
              <a:defRPr/>
            </a:lvl6pPr>
            <a:lvl7pPr algn="l">
              <a:defRPr/>
            </a:lvl7pPr>
            <a:lvl8pPr algn="l">
              <a:defRPr/>
            </a:lvl8pPr>
            <a:lvl9pPr algn="l">
              <a:defRPr/>
            </a:lvl9pPr>
          </a:lstStyle>
          <a:p xmlns:a="http://schemas.openxmlformats.org/drawingml/2006/main"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025" b="0">
                <a:solidFill>
                  <a:srgbClr val="62625D"/>
                </a:solidFill>
                <a:latin typeface="Noto Sans SC"/>
                <a:ea typeface="Noto Sans SC"/>
                <a:cs typeface="Noto Sans SC"/>
              </a:rPr>
              <a:t>六个工作环节，让判断、计划与执行相互衔接。</a:t>
            </a:r>
          </a:p>
        </p:txBody>
      </p:sp>
      <p:cxnSp>
        <p:nvCxnSpPr>
          <p:cNvPr id="5" name="connector-190">
            <a:extLst xmlns:a="http://schemas.openxmlformats.org/drawingml/2006/main">
              <a:ext uri="{FF2B5EF4-FFF2-40B4-BE49-F238E27FC236}">
                <a16:creationId xmlns:a16="http://schemas.microsoft.com/office/drawing/2014/main" id="{44B4EA34-196D-40C9-879E-5BEF2049F02C}"/>
              </a:ext>
            </a:extLst>
          </p:cNvPr>
          <p:cNvCxnSpPr/>
          <p:nvPr/>
        </p:nvCxnSpPr>
        <p:spPr>
          <a:xfrm xmlns:a="http://schemas.openxmlformats.org/drawingml/2006/main">
            <a:off x="838200" y="7762875"/>
            <a:ext cx="135636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6D4CB"/>
            </a:solidFill>
            <a:prstDash val="solid"/>
          </a:ln>
        </p:spPr>
      </p:cxn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4FDAD7-C745-442A-9EAA-13DA972A5BA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0affa965da944cd"/>
          <a:stretch xmlns:a="http://schemas.openxmlformats.org/drawingml/2006/main"/>
        </p:blipFill>
        <p:spPr>
          <a:xfrm xmlns:a="http://schemas.openxmlformats.org/drawingml/2006/main">
            <a:off x="838200" y="7981950"/>
            <a:ext cx="1714500" cy="453628"/>
          </a:xfrm>
          <a:prstGeom xmlns:a="http://schemas.openxmlformats.org/drawingml/2006/main" prst="rect">
            <a:avLst/>
          </a:prstGeom>
        </p:spPr>
      </p:pic>
      <p:sp>
        <p:nvSpPr>
          <p:cNvPr id="7" name="text-191">
            <a:extLst xmlns:a="http://schemas.openxmlformats.org/drawingml/2006/main">
              <a:ext uri="{FF2B5EF4-FFF2-40B4-BE49-F238E27FC236}">
                <a16:creationId xmlns:a16="http://schemas.microsoft.com/office/drawing/2014/main" id="{3DC7D322-B7FF-48F5-B1CC-B00717D9C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92200" y="7991475"/>
            <a:ext cx="609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/>
            <a:lvl1pPr algn="r">
              <a:defRPr/>
            </a:lvl1pPr>
            <a:lvl2pPr algn="r">
              <a:defRPr/>
            </a:lvl2pPr>
            <a:lvl3pPr algn="r">
              <a:defRPr/>
            </a:lvl3pPr>
            <a:lvl4pPr algn="r">
              <a:defRPr/>
            </a:lvl4pPr>
            <a:lvl5pPr algn="r">
              <a:defRPr/>
            </a:lvl5pPr>
            <a:lvl6pPr algn="r">
              <a:defRPr/>
            </a:lvl6pPr>
            <a:lvl7pPr algn="r">
              <a:defRPr/>
            </a:lvl7pPr>
            <a:lvl8pPr algn="r">
              <a:defRPr/>
            </a:lvl8pPr>
            <a:lvl9pPr algn="r">
              <a:defRPr/>
            </a:lvl9pPr>
          </a:lstStyle>
          <a:p xmlns:a="http://schemas.openxmlformats.org/drawingml/2006/main"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 b="0">
                <a:solidFill>
                  <a:srgbClr val="62625D"/>
                </a:solidFill>
                <a:latin typeface="Instrument Sans"/>
                <a:ea typeface="Instrument Sans"/>
                <a:cs typeface="Instrument Sans"/>
              </a:rPr>
              <a:t>10</a:t>
            </a:r>
          </a:p>
        </p:txBody>
      </p:sp>
      <p:sp>
        <p:nvSpPr>
          <p:cNvPr id="8" name="text-192">
            <a:extLst xmlns:a="http://schemas.openxmlformats.org/drawingml/2006/main">
              <a:ext uri="{FF2B5EF4-FFF2-40B4-BE49-F238E27FC236}">
                <a16:creationId xmlns:a16="http://schemas.microsoft.com/office/drawing/2014/main" id="{2A544142-8F81-47F1-8956-6D36B65A5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24175"/>
            <a:ext cx="57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  <a:lvl6pPr algn="l">
              <a:defRPr/>
            </a:lvl6pPr>
            <a:lvl7pPr algn="l">
              <a:defRPr/>
            </a:lvl7pPr>
            <a:lvl8pPr algn="l">
              <a:defRPr/>
            </a:lvl8pPr>
            <a:lvl9pPr algn="l">
              <a:defRPr/>
            </a:lvl9pPr>
          </a:lstStyle>
          <a:p xmlns:a="http://schemas.openxmlformats.org/drawingml/2006/main"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0">
                <a:solidFill>
                  <a:srgbClr val="2454FF"/>
                </a:solidFill>
                <a:latin typeface="Instrument Sans"/>
                <a:ea typeface="Instrument Sans"/>
                <a:cs typeface="Instrument Sans"/>
              </a:rPr>
              <a:t>01</a:t>
            </a:r>
          </a:p>
        </p:txBody>
      </p:sp>
      <p:sp>
        <p:nvSpPr>
          <p:cNvPr id="9" name="text-193">
            <a:extLst xmlns:a="http://schemas.openxmlformats.org/drawingml/2006/main">
              <a:ext uri="{FF2B5EF4-FFF2-40B4-BE49-F238E27FC236}">
                <a16:creationId xmlns:a16="http://schemas.microsoft.com/office/drawing/2014/main" id="{7C59EF56-D214-4E79-8210-DF0FA55C4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905125"/>
            <a:ext cx="2857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  <a:lvl6pPr algn="l">
              <a:defRPr/>
            </a:lvl6pPr>
            <a:lvl7pPr algn="l">
              <a:defRPr/>
            </a:lvl7pPr>
            <a:lvl8pPr algn="l">
              <a:defRPr/>
            </a:lvl8pPr>
            <a:lvl9pPr algn="l">
              <a:defRPr/>
            </a:lvl9pPr>
          </a:lstStyle>
          <a:p xmlns:a="http://schemas.openxmlformats.org/drawingml/2006/main"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550" b="0">
                <a:solidFill>
                  <a:srgbClr val="111111"/>
                </a:solidFill>
                <a:latin typeface="Noto Sans SC Medium"/>
                <a:ea typeface="Noto Sans SC Medium"/>
                <a:cs typeface="Noto Sans SC Medium"/>
              </a:rPr>
              <a:t>理解业务</a:t>
            </a:r>
          </a:p>
        </p:txBody>
      </p:sp>
      <p:sp>
        <p:nvSpPr>
          <p:cNvPr id="10" name="text-194">
            <a:extLst xmlns:a="http://schemas.openxmlformats.org/drawingml/2006/main">
              <a:ext uri="{FF2B5EF4-FFF2-40B4-BE49-F238E27FC236}">
                <a16:creationId xmlns:a16="http://schemas.microsoft.com/office/drawing/2014/main" id="{1CAC0383-F11E-4CFC-9AAA-4F80B45F7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67125"/>
            <a:ext cx="43053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  <a:lvl6pPr algn="l">
              <a:defRPr/>
            </a:lvl6pPr>
            <a:lvl7pPr algn="l">
              <a:defRPr/>
            </a:lvl7pPr>
            <a:lvl8pPr algn="l">
              <a:defRPr/>
            </a:lvl8pPr>
            <a:lvl9pPr algn="l">
              <a:defRPr/>
            </a:lvl9pPr>
          </a:lstStyle>
          <a:p xmlns:a="http://schemas.openxmlformats.org/drawingml/2006/main"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100" b="0">
                <a:solidFill>
                  <a:srgbClr val="111111"/>
                </a:solidFill>
                <a:latin typeface="Noto Sans SC"/>
                <a:ea typeface="Noto Sans SC"/>
                <a:cs typeface="Noto Sans SC"/>
              </a:rPr>
              <a:t>明确产品、目标、现有基础与资</a:t>
            </a:r>
          </a:p>
          <a:p xmlns:a="http://schemas.openxmlformats.org/drawingml/2006/main"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100" b="0">
                <a:solidFill>
                  <a:srgbClr val="111111"/>
                </a:solidFill>
                <a:latin typeface="Noto Sans SC"/>
                <a:ea typeface="Noto Sans SC"/>
                <a:cs typeface="Noto Sans SC"/>
              </a:rPr>
              <a:t>源约束。</a:t>
            </a:r>
          </a:p>
        </p:txBody>
      </p:sp>
      <p:cxnSp>
        <p:nvCxnSpPr>
          <p:cNvPr id="11" name="connector-195">
            <a:extLst xmlns:a="http://schemas.openxmlformats.org/drawingml/2006/main">
              <a:ext uri="{FF2B5EF4-FFF2-40B4-BE49-F238E27FC236}">
                <a16:creationId xmlns:a16="http://schemas.microsoft.com/office/drawing/2014/main" id="{4985C818-3D62-4DEE-A5DD-78532AA76418}"/>
              </a:ext>
            </a:extLst>
          </p:cNvPr>
          <p:cNvCxnSpPr/>
          <p:nvPr/>
        </p:nvCxnSpPr>
        <p:spPr>
          <a:xfrm xmlns:a="http://schemas.openxmlformats.org/drawingml/2006/main">
            <a:off x="4676775" y="3190875"/>
            <a:ext cx="6953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4FF"/>
            </a:solidFill>
            <a:prstDash val="solid"/>
            <a:tailEnd type="triangle" w="sm" len="sm"/>
          </a:ln>
        </p:spPr>
      </p:cxnSp>
      <p:sp>
        <p:nvSpPr>
          <p:cNvPr id="12" name="text-196">
            <a:extLst xmlns:a="http://schemas.openxmlformats.org/drawingml/2006/main">
              <a:ext uri="{FF2B5EF4-FFF2-40B4-BE49-F238E27FC236}">
                <a16:creationId xmlns:a16="http://schemas.microsoft.com/office/drawing/2014/main" id="{A4474143-FBE9-4D52-8499-1E9F8FCBE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2924175"/>
            <a:ext cx="57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  <a:lvl6pPr algn="l">
              <a:defRPr/>
            </a:lvl6pPr>
            <a:lvl7pPr algn="l">
              <a:defRPr/>
            </a:lvl7pPr>
            <a:lvl8pPr algn="l">
              <a:defRPr/>
            </a:lvl8pPr>
            <a:lvl9pPr algn="l">
              <a:defRPr/>
            </a:lvl9pPr>
          </a:lstStyle>
          <a:p xmlns:a="http://schemas.openxmlformats.org/drawingml/2006/main"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0">
                <a:solidFill>
                  <a:srgbClr val="2454FF"/>
                </a:solidFill>
                <a:latin typeface="Instrument Sans"/>
                <a:ea typeface="Instrument Sans"/>
                <a:cs typeface="Instrument Sans"/>
              </a:rPr>
              <a:t>02</a:t>
            </a:r>
          </a:p>
        </p:txBody>
      </p:sp>
      <p:sp>
        <p:nvSpPr>
          <p:cNvPr id="13" name="text-197">
            <a:extLst xmlns:a="http://schemas.openxmlformats.org/drawingml/2006/main">
              <a:ext uri="{FF2B5EF4-FFF2-40B4-BE49-F238E27FC236}">
                <a16:creationId xmlns:a16="http://schemas.microsoft.com/office/drawing/2014/main" id="{1388A9B0-D947-4540-9612-0BDED1E36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905125"/>
            <a:ext cx="2857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  <a:lvl6pPr algn="l">
              <a:defRPr/>
            </a:lvl6pPr>
            <a:lvl7pPr algn="l">
              <a:defRPr/>
            </a:lvl7pPr>
            <a:lvl8pPr algn="l">
              <a:defRPr/>
            </a:lvl8pPr>
            <a:lvl9pPr algn="l">
              <a:defRPr/>
            </a:lvl9pPr>
          </a:lstStyle>
          <a:p xmlns:a="http://schemas.openxmlformats.org/drawingml/2006/main"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550" b="0">
                <a:solidFill>
                  <a:srgbClr val="111111"/>
                </a:solidFill>
                <a:latin typeface="Noto Sans SC Medium"/>
                <a:ea typeface="Noto Sans SC Medium"/>
                <a:cs typeface="Noto Sans SC Medium"/>
              </a:rPr>
              <a:t>建立判断</a:t>
            </a:r>
          </a:p>
        </p:txBody>
      </p:sp>
      <p:sp>
        <p:nvSpPr>
          <p:cNvPr id="14" name="text-198">
            <a:extLst xmlns:a="http://schemas.openxmlformats.org/drawingml/2006/main">
              <a:ext uri="{FF2B5EF4-FFF2-40B4-BE49-F238E27FC236}">
                <a16:creationId xmlns:a16="http://schemas.microsoft.com/office/drawing/2014/main" id="{514F2C57-294F-4063-BAE2-BD0FA8EBF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3667125"/>
            <a:ext cx="43053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  <a:lvl6pPr algn="l">
              <a:defRPr/>
            </a:lvl6pPr>
            <a:lvl7pPr algn="l">
              <a:defRPr/>
            </a:lvl7pPr>
            <a:lvl8pPr algn="l">
              <a:defRPr/>
            </a:lvl8pPr>
            <a:lvl9pPr algn="l">
              <a:defRPr/>
            </a:lvl9pPr>
          </a:lstStyle>
          <a:p xmlns:a="http://schemas.openxmlformats.org/drawingml/2006/main"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100" b="0">
                <a:solidFill>
                  <a:srgbClr val="111111"/>
                </a:solidFill>
                <a:latin typeface="Noto Sans SC"/>
                <a:ea typeface="Noto Sans SC"/>
                <a:cs typeface="Noto Sans SC"/>
              </a:rPr>
              <a:t>研究市场与用户，识别核心</a:t>
            </a:r>
          </a:p>
          <a:p xmlns:a="http://schemas.openxmlformats.org/drawingml/2006/main"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100" b="0">
                <a:solidFill>
                  <a:srgbClr val="111111"/>
                </a:solidFill>
                <a:latin typeface="Noto Sans SC"/>
                <a:ea typeface="Noto Sans SC"/>
                <a:cs typeface="Noto Sans SC"/>
              </a:rPr>
              <a:t>营销问题。</a:t>
            </a:r>
          </a:p>
        </p:txBody>
      </p:sp>
      <p:cxnSp>
        <p:nvCxnSpPr>
          <p:cNvPr id="15" name="connector-199">
            <a:extLst xmlns:a="http://schemas.openxmlformats.org/drawingml/2006/main">
              <a:ext uri="{FF2B5EF4-FFF2-40B4-BE49-F238E27FC236}">
                <a16:creationId xmlns:a16="http://schemas.microsoft.com/office/drawing/2014/main" id="{D7B31149-1C0A-4963-BD4A-06393357B1C3}"/>
              </a:ext>
            </a:extLst>
          </p:cNvPr>
          <p:cNvCxnSpPr/>
          <p:nvPr/>
        </p:nvCxnSpPr>
        <p:spPr>
          <a:xfrm xmlns:a="http://schemas.openxmlformats.org/drawingml/2006/main">
            <a:off x="9305925" y="3190875"/>
            <a:ext cx="6953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4FF"/>
            </a:solidFill>
            <a:prstDash val="solid"/>
            <a:tailEnd type="triangle" w="sm" len="sm"/>
          </a:ln>
        </p:spPr>
      </p:cxnSp>
      <p:sp>
        <p:nvSpPr>
          <p:cNvPr id="16" name="text-200">
            <a:extLst xmlns:a="http://schemas.openxmlformats.org/drawingml/2006/main">
              <a:ext uri="{FF2B5EF4-FFF2-40B4-BE49-F238E27FC236}">
                <a16:creationId xmlns:a16="http://schemas.microsoft.com/office/drawing/2014/main" id="{D3DFF48C-8A8A-45FE-B86F-7B7BDCCD8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924175"/>
            <a:ext cx="57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  <a:lvl6pPr algn="l">
              <a:defRPr/>
            </a:lvl6pPr>
            <a:lvl7pPr algn="l">
              <a:defRPr/>
            </a:lvl7pPr>
            <a:lvl8pPr algn="l">
              <a:defRPr/>
            </a:lvl8pPr>
            <a:lvl9pPr algn="l">
              <a:defRPr/>
            </a:lvl9pPr>
          </a:lstStyle>
          <a:p xmlns:a="http://schemas.openxmlformats.org/drawingml/2006/main"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0">
                <a:solidFill>
                  <a:srgbClr val="2454FF"/>
                </a:solidFill>
                <a:latin typeface="Instrument Sans"/>
                <a:ea typeface="Instrument Sans"/>
                <a:cs typeface="Instrument Sans"/>
              </a:rPr>
              <a:t>03</a:t>
            </a:r>
          </a:p>
        </p:txBody>
      </p:sp>
      <p:sp>
        <p:nvSpPr>
          <p:cNvPr id="17" name="text-201">
            <a:extLst xmlns:a="http://schemas.openxmlformats.org/drawingml/2006/main">
              <a:ext uri="{FF2B5EF4-FFF2-40B4-BE49-F238E27FC236}">
                <a16:creationId xmlns:a16="http://schemas.microsoft.com/office/drawing/2014/main" id="{E5D4F72A-9A3B-41E1-A85E-120D031BB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2905125"/>
            <a:ext cx="2857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  <a:lvl6pPr algn="l">
              <a:defRPr/>
            </a:lvl6pPr>
            <a:lvl7pPr algn="l">
              <a:defRPr/>
            </a:lvl7pPr>
            <a:lvl8pPr algn="l">
              <a:defRPr/>
            </a:lvl8pPr>
            <a:lvl9pPr algn="l">
              <a:defRPr/>
            </a:lvl9pPr>
          </a:lstStyle>
          <a:p xmlns:a="http://schemas.openxmlformats.org/drawingml/2006/main"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550" b="0">
                <a:solidFill>
                  <a:srgbClr val="111111"/>
                </a:solidFill>
                <a:latin typeface="Noto Sans SC Medium"/>
                <a:ea typeface="Noto Sans SC Medium"/>
                <a:cs typeface="Noto Sans SC Medium"/>
              </a:rPr>
              <a:t>确定选择</a:t>
            </a:r>
          </a:p>
        </p:txBody>
      </p:sp>
      <p:sp>
        <p:nvSpPr>
          <p:cNvPr id="18" name="text-202">
            <a:extLst xmlns:a="http://schemas.openxmlformats.org/drawingml/2006/main">
              <a:ext uri="{FF2B5EF4-FFF2-40B4-BE49-F238E27FC236}">
                <a16:creationId xmlns:a16="http://schemas.microsoft.com/office/drawing/2014/main" id="{6931C920-1CA7-4134-9A8F-ED60D14D2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667125"/>
            <a:ext cx="43053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  <a:lvl6pPr algn="l">
              <a:defRPr/>
            </a:lvl6pPr>
            <a:lvl7pPr algn="l">
              <a:defRPr/>
            </a:lvl7pPr>
            <a:lvl8pPr algn="l">
              <a:defRPr/>
            </a:lvl8pPr>
            <a:lvl9pPr algn="l">
              <a:defRPr/>
            </a:lvl9pPr>
          </a:lstStyle>
          <a:p xmlns:a="http://schemas.openxmlformats.org/drawingml/2006/main"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100" b="0">
                <a:solidFill>
                  <a:srgbClr val="111111"/>
                </a:solidFill>
                <a:latin typeface="Noto Sans SC"/>
                <a:ea typeface="Noto Sans SC"/>
                <a:cs typeface="Noto Sans SC"/>
              </a:rPr>
              <a:t>提出方向与优先级，共同</a:t>
            </a:r>
          </a:p>
          <a:p xmlns:a="http://schemas.openxmlformats.org/drawingml/2006/main"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100" b="0">
                <a:solidFill>
                  <a:srgbClr val="111111"/>
                </a:solidFill>
                <a:latin typeface="Noto Sans SC"/>
                <a:ea typeface="Noto Sans SC"/>
                <a:cs typeface="Noto Sans SC"/>
              </a:rPr>
              <a:t>确认重点。</a:t>
            </a:r>
          </a:p>
        </p:txBody>
      </p:sp>
      <p:sp>
        <p:nvSpPr>
          <p:cNvPr id="19" name="text-203">
            <a:extLst xmlns:a="http://schemas.openxmlformats.org/drawingml/2006/main">
              <a:ext uri="{FF2B5EF4-FFF2-40B4-BE49-F238E27FC236}">
                <a16:creationId xmlns:a16="http://schemas.microsoft.com/office/drawing/2014/main" id="{04F3212E-8DC6-4FAF-991A-F3435BAA5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648200"/>
            <a:ext cx="4305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  <a:lvl6pPr algn="l">
              <a:defRPr/>
            </a:lvl6pPr>
            <a:lvl7pPr algn="l">
              <a:defRPr/>
            </a:lvl7pPr>
            <a:lvl8pPr algn="l">
              <a:defRPr/>
            </a:lvl8pPr>
            <a:lvl9pPr algn="l">
              <a:defRPr/>
            </a:lvl9pPr>
          </a:lstStyle>
          <a:p xmlns:a="http://schemas.openxmlformats.org/drawingml/2006/main"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25" b="0">
                <a:solidFill>
                  <a:srgbClr val="2454FF"/>
                </a:solidFill>
                <a:latin typeface="Noto Sans SC Medium"/>
                <a:ea typeface="Noto Sans SC Medium"/>
                <a:cs typeface="Noto Sans SC Medium"/>
              </a:rPr>
              <a:t>客户参与：确认关键选择</a:t>
            </a:r>
          </a:p>
        </p:txBody>
      </p:sp>
      <p:sp>
        <p:nvSpPr>
          <p:cNvPr id="20" name="text-204">
            <a:extLst xmlns:a="http://schemas.openxmlformats.org/drawingml/2006/main">
              <a:ext uri="{FF2B5EF4-FFF2-40B4-BE49-F238E27FC236}">
                <a16:creationId xmlns:a16="http://schemas.microsoft.com/office/drawing/2014/main" id="{2806C650-F964-4A00-8E3E-9FD014398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467350"/>
            <a:ext cx="57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  <a:lvl6pPr algn="l">
              <a:defRPr/>
            </a:lvl6pPr>
            <a:lvl7pPr algn="l">
              <a:defRPr/>
            </a:lvl7pPr>
            <a:lvl8pPr algn="l">
              <a:defRPr/>
            </a:lvl8pPr>
            <a:lvl9pPr algn="l">
              <a:defRPr/>
            </a:lvl9pPr>
          </a:lstStyle>
          <a:p xmlns:a="http://schemas.openxmlformats.org/drawingml/2006/main"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0">
                <a:solidFill>
                  <a:srgbClr val="2454FF"/>
                </a:solidFill>
                <a:latin typeface="Instrument Sans"/>
                <a:ea typeface="Instrument Sans"/>
                <a:cs typeface="Instrument Sans"/>
              </a:rPr>
              <a:t>04</a:t>
            </a:r>
          </a:p>
        </p:txBody>
      </p:sp>
      <p:sp>
        <p:nvSpPr>
          <p:cNvPr id="21" name="text-205">
            <a:extLst xmlns:a="http://schemas.openxmlformats.org/drawingml/2006/main">
              <a:ext uri="{FF2B5EF4-FFF2-40B4-BE49-F238E27FC236}">
                <a16:creationId xmlns:a16="http://schemas.microsoft.com/office/drawing/2014/main" id="{DCB08CA4-55EF-49C9-8EFA-0D23CCC40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5448300"/>
            <a:ext cx="2857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  <a:lvl6pPr algn="l">
              <a:defRPr/>
            </a:lvl6pPr>
            <a:lvl7pPr algn="l">
              <a:defRPr/>
            </a:lvl7pPr>
            <a:lvl8pPr algn="l">
              <a:defRPr/>
            </a:lvl8pPr>
            <a:lvl9pPr algn="l">
              <a:defRPr/>
            </a:lvl9pPr>
          </a:lstStyle>
          <a:p xmlns:a="http://schemas.openxmlformats.org/drawingml/2006/main"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550" b="0">
                <a:solidFill>
                  <a:srgbClr val="111111"/>
                </a:solidFill>
                <a:latin typeface="Noto Sans SC Medium"/>
                <a:ea typeface="Noto Sans SC Medium"/>
                <a:cs typeface="Noto Sans SC Medium"/>
              </a:rPr>
              <a:t>制定规划</a:t>
            </a:r>
          </a:p>
        </p:txBody>
      </p:sp>
      <p:sp>
        <p:nvSpPr>
          <p:cNvPr id="22" name="text-206">
            <a:extLst xmlns:a="http://schemas.openxmlformats.org/drawingml/2006/main">
              <a:ext uri="{FF2B5EF4-FFF2-40B4-BE49-F238E27FC236}">
                <a16:creationId xmlns:a16="http://schemas.microsoft.com/office/drawing/2014/main" id="{33C85406-98C5-41FF-B290-7B0484907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210300"/>
            <a:ext cx="43053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  <a:lvl6pPr algn="l">
              <a:defRPr/>
            </a:lvl6pPr>
            <a:lvl7pPr algn="l">
              <a:defRPr/>
            </a:lvl7pPr>
            <a:lvl8pPr algn="l">
              <a:defRPr/>
            </a:lvl8pPr>
            <a:lvl9pPr algn="l">
              <a:defRPr/>
            </a:lvl9pPr>
          </a:lstStyle>
          <a:p xmlns:a="http://schemas.openxmlformats.org/drawingml/2006/main"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100" b="0">
                <a:solidFill>
                  <a:srgbClr val="111111"/>
                </a:solidFill>
                <a:latin typeface="Noto Sans SC"/>
                <a:ea typeface="Noto Sans SC"/>
                <a:cs typeface="Noto Sans SC"/>
              </a:rPr>
              <a:t>形成阶段计划、任务分工和</a:t>
            </a:r>
          </a:p>
          <a:p xmlns:a="http://schemas.openxmlformats.org/drawingml/2006/main"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100" b="0">
                <a:solidFill>
                  <a:srgbClr val="111111"/>
                </a:solidFill>
                <a:latin typeface="Noto Sans SC"/>
                <a:ea typeface="Noto Sans SC"/>
                <a:cs typeface="Noto Sans SC"/>
              </a:rPr>
              <a:t>资源安排。</a:t>
            </a:r>
          </a:p>
        </p:txBody>
      </p:sp>
      <p:cxnSp>
        <p:nvCxnSpPr>
          <p:cNvPr id="23" name="connector-207">
            <a:extLst xmlns:a="http://schemas.openxmlformats.org/drawingml/2006/main">
              <a:ext uri="{FF2B5EF4-FFF2-40B4-BE49-F238E27FC236}">
                <a16:creationId xmlns:a16="http://schemas.microsoft.com/office/drawing/2014/main" id="{1A02CEDF-83B5-43E2-8D27-7D6BFE7161D8}"/>
              </a:ext>
            </a:extLst>
          </p:cNvPr>
          <p:cNvCxnSpPr/>
          <p:nvPr/>
        </p:nvCxnSpPr>
        <p:spPr>
          <a:xfrm xmlns:a="http://schemas.openxmlformats.org/drawingml/2006/main">
            <a:off x="4676775" y="5734050"/>
            <a:ext cx="6953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4FF"/>
            </a:solidFill>
            <a:prstDash val="solid"/>
            <a:tailEnd type="triangle" w="sm" len="sm"/>
          </a:ln>
        </p:spPr>
      </p:cxnSp>
      <p:sp>
        <p:nvSpPr>
          <p:cNvPr id="24" name="text-208">
            <a:extLst xmlns:a="http://schemas.openxmlformats.org/drawingml/2006/main">
              <a:ext uri="{FF2B5EF4-FFF2-40B4-BE49-F238E27FC236}">
                <a16:creationId xmlns:a16="http://schemas.microsoft.com/office/drawing/2014/main" id="{6D9EE4D6-DD46-4C9F-A977-B76571A6C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5467350"/>
            <a:ext cx="57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  <a:lvl6pPr algn="l">
              <a:defRPr/>
            </a:lvl6pPr>
            <a:lvl7pPr algn="l">
              <a:defRPr/>
            </a:lvl7pPr>
            <a:lvl8pPr algn="l">
              <a:defRPr/>
            </a:lvl8pPr>
            <a:lvl9pPr algn="l">
              <a:defRPr/>
            </a:lvl9pPr>
          </a:lstStyle>
          <a:p xmlns:a="http://schemas.openxmlformats.org/drawingml/2006/main"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0">
                <a:solidFill>
                  <a:srgbClr val="2454FF"/>
                </a:solidFill>
                <a:latin typeface="Instrument Sans"/>
                <a:ea typeface="Instrument Sans"/>
                <a:cs typeface="Instrument Sans"/>
              </a:rPr>
              <a:t>05</a:t>
            </a:r>
          </a:p>
        </p:txBody>
      </p:sp>
      <p:sp>
        <p:nvSpPr>
          <p:cNvPr id="25" name="text-209">
            <a:extLst xmlns:a="http://schemas.openxmlformats.org/drawingml/2006/main">
              <a:ext uri="{FF2B5EF4-FFF2-40B4-BE49-F238E27FC236}">
                <a16:creationId xmlns:a16="http://schemas.microsoft.com/office/drawing/2014/main" id="{86969313-9C60-42C6-802D-0723C0D53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448300"/>
            <a:ext cx="2857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  <a:lvl6pPr algn="l">
              <a:defRPr/>
            </a:lvl6pPr>
            <a:lvl7pPr algn="l">
              <a:defRPr/>
            </a:lvl7pPr>
            <a:lvl8pPr algn="l">
              <a:defRPr/>
            </a:lvl8pPr>
            <a:lvl9pPr algn="l">
              <a:defRPr/>
            </a:lvl9pPr>
          </a:lstStyle>
          <a:p xmlns:a="http://schemas.openxmlformats.org/drawingml/2006/main"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550" b="0">
                <a:solidFill>
                  <a:srgbClr val="111111"/>
                </a:solidFill>
                <a:latin typeface="Noto Sans SC Medium"/>
                <a:ea typeface="Noto Sans SC Medium"/>
                <a:cs typeface="Noto Sans SC Medium"/>
              </a:rPr>
              <a:t>推进执行</a:t>
            </a:r>
          </a:p>
        </p:txBody>
      </p:sp>
      <p:sp>
        <p:nvSpPr>
          <p:cNvPr id="26" name="text-210">
            <a:extLst xmlns:a="http://schemas.openxmlformats.org/drawingml/2006/main">
              <a:ext uri="{FF2B5EF4-FFF2-40B4-BE49-F238E27FC236}">
                <a16:creationId xmlns:a16="http://schemas.microsoft.com/office/drawing/2014/main" id="{54203639-5793-4457-9D67-629CD4BED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6210300"/>
            <a:ext cx="43053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  <a:lvl6pPr algn="l">
              <a:defRPr/>
            </a:lvl6pPr>
            <a:lvl7pPr algn="l">
              <a:defRPr/>
            </a:lvl7pPr>
            <a:lvl8pPr algn="l">
              <a:defRPr/>
            </a:lvl8pPr>
            <a:lvl9pPr algn="l">
              <a:defRPr/>
            </a:lvl9pPr>
          </a:lstStyle>
          <a:p xmlns:a="http://schemas.openxmlformats.org/drawingml/2006/main"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100" b="0">
                <a:solidFill>
                  <a:srgbClr val="111111"/>
                </a:solidFill>
                <a:latin typeface="Noto Sans SC"/>
                <a:ea typeface="Noto Sans SC"/>
                <a:cs typeface="Noto Sans SC"/>
              </a:rPr>
              <a:t>承担关键任务，协调团队与</a:t>
            </a:r>
          </a:p>
          <a:p xmlns:a="http://schemas.openxmlformats.org/drawingml/2006/main"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100" b="0">
                <a:solidFill>
                  <a:srgbClr val="111111"/>
                </a:solidFill>
                <a:latin typeface="Noto Sans SC"/>
                <a:ea typeface="Noto Sans SC"/>
                <a:cs typeface="Noto Sans SC"/>
              </a:rPr>
              <a:t>专业伙伴。</a:t>
            </a:r>
          </a:p>
        </p:txBody>
      </p:sp>
      <p:cxnSp>
        <p:nvCxnSpPr>
          <p:cNvPr id="27" name="connector-211">
            <a:extLst xmlns:a="http://schemas.openxmlformats.org/drawingml/2006/main">
              <a:ext uri="{FF2B5EF4-FFF2-40B4-BE49-F238E27FC236}">
                <a16:creationId xmlns:a16="http://schemas.microsoft.com/office/drawing/2014/main" id="{6973A80A-C93A-4462-87E0-EE2679553E5E}"/>
              </a:ext>
            </a:extLst>
          </p:cNvPr>
          <p:cNvCxnSpPr/>
          <p:nvPr/>
        </p:nvCxnSpPr>
        <p:spPr>
          <a:xfrm xmlns:a="http://schemas.openxmlformats.org/drawingml/2006/main">
            <a:off x="9305925" y="5734050"/>
            <a:ext cx="6953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4FF"/>
            </a:solidFill>
            <a:prstDash val="solid"/>
            <a:tailEnd type="triangle" w="sm" len="sm"/>
          </a:ln>
        </p:spPr>
      </p:cxnSp>
      <p:sp>
        <p:nvSpPr>
          <p:cNvPr id="28" name="text-212">
            <a:extLst xmlns:a="http://schemas.openxmlformats.org/drawingml/2006/main">
              <a:ext uri="{FF2B5EF4-FFF2-40B4-BE49-F238E27FC236}">
                <a16:creationId xmlns:a16="http://schemas.microsoft.com/office/drawing/2014/main" id="{3E85C40E-7636-4277-B7D9-E7049B4D5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5467350"/>
            <a:ext cx="57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  <a:lvl6pPr algn="l">
              <a:defRPr/>
            </a:lvl6pPr>
            <a:lvl7pPr algn="l">
              <a:defRPr/>
            </a:lvl7pPr>
            <a:lvl8pPr algn="l">
              <a:defRPr/>
            </a:lvl8pPr>
            <a:lvl9pPr algn="l">
              <a:defRPr/>
            </a:lvl9pPr>
          </a:lstStyle>
          <a:p xmlns:a="http://schemas.openxmlformats.org/drawingml/2006/main"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0">
                <a:solidFill>
                  <a:srgbClr val="2454FF"/>
                </a:solidFill>
                <a:latin typeface="Instrument Sans"/>
                <a:ea typeface="Instrument Sans"/>
                <a:cs typeface="Instrument Sans"/>
              </a:rPr>
              <a:t>06</a:t>
            </a:r>
          </a:p>
        </p:txBody>
      </p:sp>
      <p:sp>
        <p:nvSpPr>
          <p:cNvPr id="29" name="text-213">
            <a:extLst xmlns:a="http://schemas.openxmlformats.org/drawingml/2006/main">
              <a:ext uri="{FF2B5EF4-FFF2-40B4-BE49-F238E27FC236}">
                <a16:creationId xmlns:a16="http://schemas.microsoft.com/office/drawing/2014/main" id="{2ADBB3B1-1B96-4A39-98FA-0D852687F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5448300"/>
            <a:ext cx="2857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  <a:lvl6pPr algn="l">
              <a:defRPr/>
            </a:lvl6pPr>
            <a:lvl7pPr algn="l">
              <a:defRPr/>
            </a:lvl7pPr>
            <a:lvl8pPr algn="l">
              <a:defRPr/>
            </a:lvl8pPr>
            <a:lvl9pPr algn="l">
              <a:defRPr/>
            </a:lvl9pPr>
          </a:lstStyle>
          <a:p xmlns:a="http://schemas.openxmlformats.org/drawingml/2006/main"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550" b="0">
                <a:solidFill>
                  <a:srgbClr val="111111"/>
                </a:solidFill>
                <a:latin typeface="Noto Sans SC Medium"/>
                <a:ea typeface="Noto Sans SC Medium"/>
                <a:cs typeface="Noto Sans SC Medium"/>
              </a:rPr>
              <a:t>复盘调整</a:t>
            </a:r>
          </a:p>
        </p:txBody>
      </p:sp>
      <p:sp>
        <p:nvSpPr>
          <p:cNvPr id="30" name="text-214">
            <a:extLst xmlns:a="http://schemas.openxmlformats.org/drawingml/2006/main">
              <a:ext uri="{FF2B5EF4-FFF2-40B4-BE49-F238E27FC236}">
                <a16:creationId xmlns:a16="http://schemas.microsoft.com/office/drawing/2014/main" id="{4D5BBAF1-40DE-4647-8ADF-66642FE4E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6210300"/>
            <a:ext cx="43053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  <a:lvl6pPr algn="l">
              <a:defRPr/>
            </a:lvl6pPr>
            <a:lvl7pPr algn="l">
              <a:defRPr/>
            </a:lvl7pPr>
            <a:lvl8pPr algn="l">
              <a:defRPr/>
            </a:lvl8pPr>
            <a:lvl9pPr algn="l">
              <a:defRPr/>
            </a:lvl9pPr>
          </a:lstStyle>
          <a:p xmlns:a="http://schemas.openxmlformats.org/drawingml/2006/main"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100" b="0">
                <a:solidFill>
                  <a:srgbClr val="111111"/>
                </a:solidFill>
                <a:latin typeface="Noto Sans SC"/>
                <a:ea typeface="Noto Sans SC"/>
                <a:cs typeface="Noto Sans SC"/>
              </a:rPr>
              <a:t>结合市场反馈，确定下</a:t>
            </a:r>
          </a:p>
          <a:p xmlns:a="http://schemas.openxmlformats.org/drawingml/2006/main"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100" b="0">
                <a:solidFill>
                  <a:srgbClr val="111111"/>
                </a:solidFill>
                <a:latin typeface="Noto Sans SC"/>
                <a:ea typeface="Noto Sans SC"/>
                <a:cs typeface="Noto Sans SC"/>
              </a:rPr>
              <a:t>一步行动。</a:t>
            </a:r>
          </a:p>
        </p:txBody>
      </p:sp>
      <p:cxnSp>
        <p:nvCxnSpPr>
          <p:cNvPr id="31" name="connector-215">
            <a:extLst xmlns:a="http://schemas.openxmlformats.org/drawingml/2006/main">
              <a:ext uri="{FF2B5EF4-FFF2-40B4-BE49-F238E27FC236}">
                <a16:creationId xmlns:a16="http://schemas.microsoft.com/office/drawing/2014/main" id="{ABB1D181-E03E-48AF-A176-7CF04D0BB842}"/>
              </a:ext>
            </a:extLst>
          </p:cNvPr>
          <p:cNvCxnSpPr/>
          <p:nvPr/>
        </p:nvCxnSpPr>
        <p:spPr>
          <a:xfrm xmlns:a="http://schemas.openxmlformats.org/drawingml/2006/main">
            <a:off x="14401800" y="3190875"/>
            <a:ext cx="266700" cy="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D6D4CB"/>
            </a:solidFill>
            <a:prstDash val="solid"/>
          </a:ln>
        </p:spPr>
      </p:cxnSp>
      <p:cxnSp>
        <p:nvCxnSpPr>
          <p:cNvPr id="32" name="connector-216">
            <a:extLst xmlns:a="http://schemas.openxmlformats.org/drawingml/2006/main">
              <a:ext uri="{FF2B5EF4-FFF2-40B4-BE49-F238E27FC236}">
                <a16:creationId xmlns:a16="http://schemas.microsoft.com/office/drawing/2014/main" id="{2E9D0998-82AC-4BC8-B989-C5BE2C24F687}"/>
              </a:ext>
            </a:extLst>
          </p:cNvPr>
          <p:cNvCxnSpPr/>
          <p:nvPr/>
        </p:nvCxnSpPr>
        <p:spPr>
          <a:xfrm xmlns:a="http://schemas.openxmlformats.org/drawingml/2006/main">
            <a:off x="14668500" y="3190875"/>
            <a:ext cx="0" cy="2028825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D6D4CB"/>
            </a:solidFill>
            <a:prstDash val="solid"/>
          </a:ln>
        </p:spPr>
      </p:cxnSp>
      <p:cxnSp>
        <p:nvCxnSpPr>
          <p:cNvPr id="33" name="connector-217">
            <a:extLst xmlns:a="http://schemas.openxmlformats.org/drawingml/2006/main">
              <a:ext uri="{FF2B5EF4-FFF2-40B4-BE49-F238E27FC236}">
                <a16:creationId xmlns:a16="http://schemas.microsoft.com/office/drawing/2014/main" id="{4ABEFA96-4040-45D7-A98B-99CB77A5EE29}"/>
              </a:ext>
            </a:extLst>
          </p:cNvPr>
          <p:cNvCxnSpPr/>
          <p:nvPr/>
        </p:nvCxnSpPr>
        <p:spPr>
          <a:xfrm xmlns:a="http://schemas.openxmlformats.org/drawingml/2006/main">
            <a:off x="571500" y="5219700"/>
            <a:ext cx="14097000" cy="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D6D4CB"/>
            </a:solidFill>
            <a:prstDash val="solid"/>
          </a:ln>
        </p:spPr>
      </p:cxnSp>
      <p:cxnSp>
        <p:nvCxnSpPr>
          <p:cNvPr id="34" name="connector-218">
            <a:extLst xmlns:a="http://schemas.openxmlformats.org/drawingml/2006/main">
              <a:ext uri="{FF2B5EF4-FFF2-40B4-BE49-F238E27FC236}">
                <a16:creationId xmlns:a16="http://schemas.microsoft.com/office/drawing/2014/main" id="{075C4440-8108-4437-9C7A-93B8A27F56D4}"/>
              </a:ext>
            </a:extLst>
          </p:cNvPr>
          <p:cNvCxnSpPr/>
          <p:nvPr/>
        </p:nvCxnSpPr>
        <p:spPr>
          <a:xfrm xmlns:a="http://schemas.openxmlformats.org/drawingml/2006/main">
            <a:off x="571500" y="5219700"/>
            <a:ext cx="0" cy="523875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D6D4CB"/>
            </a:solidFill>
            <a:prstDash val="solid"/>
          </a:ln>
        </p:spPr>
      </p:cxnSp>
      <p:cxnSp>
        <p:nvCxnSpPr>
          <p:cNvPr id="35" name="connector-219">
            <a:extLst xmlns:a="http://schemas.openxmlformats.org/drawingml/2006/main">
              <a:ext uri="{FF2B5EF4-FFF2-40B4-BE49-F238E27FC236}">
                <a16:creationId xmlns:a16="http://schemas.microsoft.com/office/drawing/2014/main" id="{4EE0439D-0D9C-47FE-AED5-5F626985DC9B}"/>
              </a:ext>
            </a:extLst>
          </p:cNvPr>
          <p:cNvCxnSpPr/>
          <p:nvPr/>
        </p:nvCxnSpPr>
        <p:spPr>
          <a:xfrm xmlns:a="http://schemas.openxmlformats.org/drawingml/2006/main">
            <a:off x="571500" y="5743575"/>
            <a:ext cx="1809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4FF"/>
            </a:solidFill>
            <a:prstDash val="solid"/>
            <a:tailEnd type="triangle" w="sm" len="sm"/>
          </a:ln>
        </p:spPr>
      </p:cxnSp>
    </p:spTree>
    <p:extLst>
      <p:ext uri="{BB962C8B-B14F-4D97-AF65-F5344CB8AC3E}">
        <p14:creationId xmlns:p14="http://schemas.microsoft.com/office/powerpoint/2010/main" val="12302500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4F1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panel-220">
            <a:extLst xmlns:a="http://schemas.openxmlformats.org/drawingml/2006/main">
              <a:ext uri="{FF2B5EF4-FFF2-40B4-BE49-F238E27FC236}">
                <a16:creationId xmlns:a16="http://schemas.microsoft.com/office/drawing/2014/main" id="{4DD10B98-08D3-40AD-9145-00BFF8995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33400"/>
            <a:ext cx="3619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ext-221">
            <a:extLst xmlns:a="http://schemas.openxmlformats.org/drawingml/2006/main">
              <a:ext uri="{FF2B5EF4-FFF2-40B4-BE49-F238E27FC236}">
                <a16:creationId xmlns:a16="http://schemas.microsoft.com/office/drawing/2014/main" id="{1F2BEA9B-0D15-4B9E-B5BC-0CC2AC060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00050"/>
            <a:ext cx="11430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  <a:lvl6pPr algn="l">
              <a:defRPr/>
            </a:lvl6pPr>
            <a:lvl7pPr algn="l">
              <a:defRPr/>
            </a:lvl7pPr>
            <a:lvl8pPr algn="l">
              <a:defRPr/>
            </a:lvl8pPr>
            <a:lvl9pPr algn="l">
              <a:defRPr/>
            </a:lvl9pPr>
          </a:lstStyle>
          <a:p xmlns:a="http://schemas.openxmlformats.org/drawingml/2006/main"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0">
                <a:solidFill>
                  <a:srgbClr val="62625D"/>
                </a:solidFill>
                <a:latin typeface="Noto Sans SC"/>
                <a:ea typeface="Noto Sans SC"/>
                <a:cs typeface="Noto Sans SC"/>
              </a:rPr>
              <a:t>怎样推进项目</a:t>
            </a:r>
          </a:p>
        </p:txBody>
      </p:sp>
      <p:sp>
        <p:nvSpPr>
          <p:cNvPr id="3" name="title-222">
            <a:extLst xmlns:a="http://schemas.openxmlformats.org/drawingml/2006/main">
              <a:ext uri="{FF2B5EF4-FFF2-40B4-BE49-F238E27FC236}">
                <a16:creationId xmlns:a16="http://schemas.microsoft.com/office/drawing/2014/main" id="{D51342CB-93D3-496F-9F35-633084B67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000125"/>
            <a:ext cx="135636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  <a:lvl6pPr algn="l">
              <a:defRPr/>
            </a:lvl6pPr>
            <a:lvl7pPr algn="l">
              <a:defRPr/>
            </a:lvl7pPr>
            <a:lvl8pPr algn="l">
              <a:defRPr/>
            </a:lvl8pPr>
            <a:lvl9pPr algn="l">
              <a:defRPr/>
            </a:lvl9pPr>
          </a:lstStyle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050" b="0">
                <a:solidFill>
                  <a:srgbClr val="111111"/>
                </a:solidFill>
                <a:latin typeface="Noto Sans SC SemiBold"/>
                <a:ea typeface="Noto Sans SC SemiBold"/>
                <a:cs typeface="Noto Sans SC SemiBold"/>
              </a:rPr>
              <a:t>客户获得清晰方向，也获得推进依据</a:t>
            </a:r>
          </a:p>
        </p:txBody>
      </p:sp>
      <p:sp>
        <p:nvSpPr>
          <p:cNvPr id="4" name="text-223">
            <a:extLst xmlns:a="http://schemas.openxmlformats.org/drawingml/2006/main">
              <a:ext uri="{FF2B5EF4-FFF2-40B4-BE49-F238E27FC236}">
                <a16:creationId xmlns:a16="http://schemas.microsoft.com/office/drawing/2014/main" id="{BD91D16B-0E42-430B-8392-30550F957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52625"/>
            <a:ext cx="135636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  <a:lvl6pPr algn="l">
              <a:defRPr/>
            </a:lvl6pPr>
            <a:lvl7pPr algn="l">
              <a:defRPr/>
            </a:lvl7pPr>
            <a:lvl8pPr algn="l">
              <a:defRPr/>
            </a:lvl8pPr>
            <a:lvl9pPr algn="l">
              <a:defRPr/>
            </a:lvl9pPr>
          </a:lstStyle>
          <a:p xmlns:a="http://schemas.openxmlformats.org/drawingml/2006/main"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025" b="0">
                <a:solidFill>
                  <a:srgbClr val="62625D"/>
                </a:solidFill>
                <a:latin typeface="Noto Sans SC"/>
                <a:ea typeface="Noto Sans SC"/>
                <a:cs typeface="Noto Sans SC"/>
              </a:rPr>
              <a:t>交付涵盖策略、规划与约定的执行成果，并用于支持持续决策。</a:t>
            </a:r>
          </a:p>
        </p:txBody>
      </p:sp>
      <p:cxnSp>
        <p:nvCxnSpPr>
          <p:cNvPr id="5" name="connector-224">
            <a:extLst xmlns:a="http://schemas.openxmlformats.org/drawingml/2006/main">
              <a:ext uri="{FF2B5EF4-FFF2-40B4-BE49-F238E27FC236}">
                <a16:creationId xmlns:a16="http://schemas.microsoft.com/office/drawing/2014/main" id="{57D08766-869D-4CFF-A284-B519712E2B62}"/>
              </a:ext>
            </a:extLst>
          </p:cNvPr>
          <p:cNvCxnSpPr/>
          <p:nvPr/>
        </p:nvCxnSpPr>
        <p:spPr>
          <a:xfrm xmlns:a="http://schemas.openxmlformats.org/drawingml/2006/main">
            <a:off x="838200" y="7762875"/>
            <a:ext cx="135636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6D4CB"/>
            </a:solidFill>
            <a:prstDash val="solid"/>
          </a:ln>
        </p:spPr>
      </p:cxn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8DC8B0-95C2-457D-BF00-5EE690E4220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0bb84fb0ae74770"/>
          <a:stretch xmlns:a="http://schemas.openxmlformats.org/drawingml/2006/main"/>
        </p:blipFill>
        <p:spPr>
          <a:xfrm xmlns:a="http://schemas.openxmlformats.org/drawingml/2006/main">
            <a:off x="838200" y="7981950"/>
            <a:ext cx="1714500" cy="453628"/>
          </a:xfrm>
          <a:prstGeom xmlns:a="http://schemas.openxmlformats.org/drawingml/2006/main" prst="rect">
            <a:avLst/>
          </a:prstGeom>
        </p:spPr>
      </p:pic>
      <p:sp>
        <p:nvSpPr>
          <p:cNvPr id="7" name="text-225">
            <a:extLst xmlns:a="http://schemas.openxmlformats.org/drawingml/2006/main">
              <a:ext uri="{FF2B5EF4-FFF2-40B4-BE49-F238E27FC236}">
                <a16:creationId xmlns:a16="http://schemas.microsoft.com/office/drawing/2014/main" id="{12A7E539-E2D7-44D1-8E9C-F4678EAF0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92200" y="7991475"/>
            <a:ext cx="609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/>
            <a:lvl1pPr algn="r">
              <a:defRPr/>
            </a:lvl1pPr>
            <a:lvl2pPr algn="r">
              <a:defRPr/>
            </a:lvl2pPr>
            <a:lvl3pPr algn="r">
              <a:defRPr/>
            </a:lvl3pPr>
            <a:lvl4pPr algn="r">
              <a:defRPr/>
            </a:lvl4pPr>
            <a:lvl5pPr algn="r">
              <a:defRPr/>
            </a:lvl5pPr>
            <a:lvl6pPr algn="r">
              <a:defRPr/>
            </a:lvl6pPr>
            <a:lvl7pPr algn="r">
              <a:defRPr/>
            </a:lvl7pPr>
            <a:lvl8pPr algn="r">
              <a:defRPr/>
            </a:lvl8pPr>
            <a:lvl9pPr algn="r">
              <a:defRPr/>
            </a:lvl9pPr>
          </a:lstStyle>
          <a:p xmlns:a="http://schemas.openxmlformats.org/drawingml/2006/main"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 b="0">
                <a:solidFill>
                  <a:srgbClr val="62625D"/>
                </a:solidFill>
                <a:latin typeface="Instrument Sans"/>
                <a:ea typeface="Instrument Sans"/>
                <a:cs typeface="Instrument Sans"/>
              </a:rPr>
              <a:t>11</a:t>
            </a:r>
          </a:p>
        </p:txBody>
      </p:sp>
      <p:sp>
        <p:nvSpPr>
          <p:cNvPr id="8" name="text-226">
            <a:extLst xmlns:a="http://schemas.openxmlformats.org/drawingml/2006/main">
              <a:ext uri="{FF2B5EF4-FFF2-40B4-BE49-F238E27FC236}">
                <a16:creationId xmlns:a16="http://schemas.microsoft.com/office/drawing/2014/main" id="{2B558521-857D-4C4C-BDEA-420FC33F7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09900"/>
            <a:ext cx="571500" cy="3857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  <a:lvl6pPr algn="l">
              <a:defRPr/>
            </a:lvl6pPr>
            <a:lvl7pPr algn="l">
              <a:defRPr/>
            </a:lvl7pPr>
            <a:lvl8pPr algn="l">
              <a:defRPr/>
            </a:lvl8pPr>
            <a:lvl9pPr algn="l">
              <a:defRPr/>
            </a:lvl9pPr>
          </a:lstStyle>
          <a:p xmlns:a="http://schemas.openxmlformats.org/drawingml/2006/main"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025" b="0">
                <a:solidFill>
                  <a:srgbClr val="2454FF"/>
                </a:solidFill>
                <a:latin typeface="Instrument Sans"/>
                <a:ea typeface="Instrument Sans"/>
                <a:cs typeface="Instrument Sans"/>
              </a:rPr>
              <a:t>01</a:t>
            </a:r>
          </a:p>
        </p:txBody>
      </p:sp>
      <p:sp>
        <p:nvSpPr>
          <p:cNvPr id="9" name="text-227">
            <a:extLst xmlns:a="http://schemas.openxmlformats.org/drawingml/2006/main">
              <a:ext uri="{FF2B5EF4-FFF2-40B4-BE49-F238E27FC236}">
                <a16:creationId xmlns:a16="http://schemas.microsoft.com/office/drawing/2014/main" id="{0A956812-C18C-41AC-A24A-9B3C4AB4A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990850"/>
            <a:ext cx="43815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  <a:lvl6pPr algn="l">
              <a:defRPr/>
            </a:lvl6pPr>
            <a:lvl7pPr algn="l">
              <a:defRPr/>
            </a:lvl7pPr>
            <a:lvl8pPr algn="l">
              <a:defRPr/>
            </a:lvl8pPr>
            <a:lvl9pPr algn="l">
              <a:defRPr/>
            </a:lvl9pPr>
          </a:lstStyle>
          <a:p xmlns:a="http://schemas.openxmlformats.org/drawingml/2006/main"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0">
                <a:solidFill>
                  <a:srgbClr val="111111"/>
                </a:solidFill>
                <a:latin typeface="Noto Sans SC Medium"/>
                <a:ea typeface="Noto Sans SC Medium"/>
                <a:cs typeface="Noto Sans SC Medium"/>
              </a:rPr>
              <a:t>策略判断与表达</a:t>
            </a:r>
          </a:p>
        </p:txBody>
      </p:sp>
      <p:sp>
        <p:nvSpPr>
          <p:cNvPr id="10" name="text-228">
            <a:extLst xmlns:a="http://schemas.openxmlformats.org/drawingml/2006/main">
              <a:ext uri="{FF2B5EF4-FFF2-40B4-BE49-F238E27FC236}">
                <a16:creationId xmlns:a16="http://schemas.microsoft.com/office/drawing/2014/main" id="{C0B9A87C-534E-4F42-B53B-4AF3FE89E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990850"/>
            <a:ext cx="790575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  <a:lvl6pPr algn="l">
              <a:defRPr/>
            </a:lvl6pPr>
            <a:lvl7pPr algn="l">
              <a:defRPr/>
            </a:lvl7pPr>
            <a:lvl8pPr algn="l">
              <a:defRPr/>
            </a:lvl8pPr>
            <a:lvl9pPr algn="l">
              <a:defRPr/>
            </a:lvl9pPr>
          </a:lstStyle>
          <a:p xmlns:a="http://schemas.openxmlformats.org/drawingml/2006/main"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100" b="0">
                <a:solidFill>
                  <a:srgbClr val="111111"/>
                </a:solidFill>
                <a:latin typeface="Noto Sans SC"/>
                <a:ea typeface="Noto Sans SC"/>
                <a:cs typeface="Noto Sans SC"/>
              </a:rPr>
              <a:t>说明目标用户、品牌或产品价值、营销重点，以及重要选择背</a:t>
            </a:r>
          </a:p>
          <a:p xmlns:a="http://schemas.openxmlformats.org/drawingml/2006/main"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100" b="0">
                <a:solidFill>
                  <a:srgbClr val="111111"/>
                </a:solidFill>
                <a:latin typeface="Noto Sans SC"/>
                <a:ea typeface="Noto Sans SC"/>
                <a:cs typeface="Noto Sans SC"/>
              </a:rPr>
              <a:t>后的判断依据。</a:t>
            </a:r>
          </a:p>
        </p:txBody>
      </p:sp>
      <p:cxnSp>
        <p:nvCxnSpPr>
          <p:cNvPr id="11" name="connector-229">
            <a:extLst xmlns:a="http://schemas.openxmlformats.org/drawingml/2006/main">
              <a:ext uri="{FF2B5EF4-FFF2-40B4-BE49-F238E27FC236}">
                <a16:creationId xmlns:a16="http://schemas.microsoft.com/office/drawing/2014/main" id="{1EA789A8-3354-4AAA-90C1-3D021448CC74}"/>
              </a:ext>
            </a:extLst>
          </p:cNvPr>
          <p:cNvCxnSpPr/>
          <p:nvPr/>
        </p:nvCxnSpPr>
        <p:spPr>
          <a:xfrm xmlns:a="http://schemas.openxmlformats.org/drawingml/2006/main">
            <a:off x="838200" y="3943350"/>
            <a:ext cx="13563600" cy="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D6D4CB"/>
            </a:solidFill>
            <a:prstDash val="solid"/>
          </a:ln>
        </p:spPr>
      </p:cxnSp>
      <p:sp>
        <p:nvSpPr>
          <p:cNvPr id="12" name="text-230">
            <a:extLst xmlns:a="http://schemas.openxmlformats.org/drawingml/2006/main">
              <a:ext uri="{FF2B5EF4-FFF2-40B4-BE49-F238E27FC236}">
                <a16:creationId xmlns:a16="http://schemas.microsoft.com/office/drawing/2014/main" id="{24EE5F37-8190-44F4-A75F-22AC1F169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133850"/>
            <a:ext cx="571500" cy="3857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  <a:lvl6pPr algn="l">
              <a:defRPr/>
            </a:lvl6pPr>
            <a:lvl7pPr algn="l">
              <a:defRPr/>
            </a:lvl7pPr>
            <a:lvl8pPr algn="l">
              <a:defRPr/>
            </a:lvl8pPr>
            <a:lvl9pPr algn="l">
              <a:defRPr/>
            </a:lvl9pPr>
          </a:lstStyle>
          <a:p xmlns:a="http://schemas.openxmlformats.org/drawingml/2006/main"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025" b="0">
                <a:solidFill>
                  <a:srgbClr val="2454FF"/>
                </a:solidFill>
                <a:latin typeface="Instrument Sans"/>
                <a:ea typeface="Instrument Sans"/>
                <a:cs typeface="Instrument Sans"/>
              </a:rPr>
              <a:t>02</a:t>
            </a:r>
          </a:p>
        </p:txBody>
      </p:sp>
      <p:sp>
        <p:nvSpPr>
          <p:cNvPr id="13" name="text-231">
            <a:extLst xmlns:a="http://schemas.openxmlformats.org/drawingml/2006/main">
              <a:ext uri="{FF2B5EF4-FFF2-40B4-BE49-F238E27FC236}">
                <a16:creationId xmlns:a16="http://schemas.microsoft.com/office/drawing/2014/main" id="{7BD29ACC-F168-464B-B4F8-509331252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114800"/>
            <a:ext cx="43815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  <a:lvl6pPr algn="l">
              <a:defRPr/>
            </a:lvl6pPr>
            <a:lvl7pPr algn="l">
              <a:defRPr/>
            </a:lvl7pPr>
            <a:lvl8pPr algn="l">
              <a:defRPr/>
            </a:lvl8pPr>
            <a:lvl9pPr algn="l">
              <a:defRPr/>
            </a:lvl9pPr>
          </a:lstStyle>
          <a:p xmlns:a="http://schemas.openxmlformats.org/drawingml/2006/main"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0">
                <a:solidFill>
                  <a:srgbClr val="111111"/>
                </a:solidFill>
                <a:latin typeface="Noto Sans SC Medium"/>
                <a:ea typeface="Noto Sans SC Medium"/>
                <a:cs typeface="Noto Sans SC Medium"/>
              </a:rPr>
              <a:t>阶段路线与资源安排</a:t>
            </a:r>
          </a:p>
        </p:txBody>
      </p:sp>
      <p:sp>
        <p:nvSpPr>
          <p:cNvPr id="14" name="text-232">
            <a:extLst xmlns:a="http://schemas.openxmlformats.org/drawingml/2006/main">
              <a:ext uri="{FF2B5EF4-FFF2-40B4-BE49-F238E27FC236}">
                <a16:creationId xmlns:a16="http://schemas.microsoft.com/office/drawing/2014/main" id="{0A1522FB-B94D-4862-9C7A-4E7D0B8D2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114800"/>
            <a:ext cx="790575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  <a:lvl6pPr algn="l">
              <a:defRPr/>
            </a:lvl6pPr>
            <a:lvl7pPr algn="l">
              <a:defRPr/>
            </a:lvl7pPr>
            <a:lvl8pPr algn="l">
              <a:defRPr/>
            </a:lvl8pPr>
            <a:lvl9pPr algn="l">
              <a:defRPr/>
            </a:lvl9pPr>
          </a:lstStyle>
          <a:p xmlns:a="http://schemas.openxmlformats.org/drawingml/2006/main"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100" b="0">
                <a:solidFill>
                  <a:srgbClr val="111111"/>
                </a:solidFill>
                <a:latin typeface="Noto Sans SC"/>
                <a:ea typeface="Noto Sans SC"/>
                <a:cs typeface="Noto Sans SC"/>
              </a:rPr>
              <a:t>明确渠道优先级、阶段行动、预算重点与责任分工，让各方知</a:t>
            </a:r>
          </a:p>
          <a:p xmlns:a="http://schemas.openxmlformats.org/drawingml/2006/main"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100" b="0">
                <a:solidFill>
                  <a:srgbClr val="111111"/>
                </a:solidFill>
                <a:latin typeface="Noto Sans SC"/>
                <a:ea typeface="Noto Sans SC"/>
                <a:cs typeface="Noto Sans SC"/>
              </a:rPr>
              <a:t>道下一步做什么。</a:t>
            </a:r>
          </a:p>
        </p:txBody>
      </p:sp>
      <p:cxnSp>
        <p:nvCxnSpPr>
          <p:cNvPr id="15" name="connector-233">
            <a:extLst xmlns:a="http://schemas.openxmlformats.org/drawingml/2006/main">
              <a:ext uri="{FF2B5EF4-FFF2-40B4-BE49-F238E27FC236}">
                <a16:creationId xmlns:a16="http://schemas.microsoft.com/office/drawing/2014/main" id="{8A2DA0F3-6DC4-4D42-8CE6-294AFBA5EAC8}"/>
              </a:ext>
            </a:extLst>
          </p:cNvPr>
          <p:cNvCxnSpPr/>
          <p:nvPr/>
        </p:nvCxnSpPr>
        <p:spPr>
          <a:xfrm xmlns:a="http://schemas.openxmlformats.org/drawingml/2006/main">
            <a:off x="838200" y="5067300"/>
            <a:ext cx="13563600" cy="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D6D4CB"/>
            </a:solidFill>
            <a:prstDash val="solid"/>
          </a:ln>
        </p:spPr>
      </p:cxnSp>
      <p:sp>
        <p:nvSpPr>
          <p:cNvPr id="16" name="text-234">
            <a:extLst xmlns:a="http://schemas.openxmlformats.org/drawingml/2006/main">
              <a:ext uri="{FF2B5EF4-FFF2-40B4-BE49-F238E27FC236}">
                <a16:creationId xmlns:a16="http://schemas.microsoft.com/office/drawing/2014/main" id="{6FC09CBD-E60B-4F13-B526-0F39C0425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257800"/>
            <a:ext cx="571500" cy="3857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  <a:lvl6pPr algn="l">
              <a:defRPr/>
            </a:lvl6pPr>
            <a:lvl7pPr algn="l">
              <a:defRPr/>
            </a:lvl7pPr>
            <a:lvl8pPr algn="l">
              <a:defRPr/>
            </a:lvl8pPr>
            <a:lvl9pPr algn="l">
              <a:defRPr/>
            </a:lvl9pPr>
          </a:lstStyle>
          <a:p xmlns:a="http://schemas.openxmlformats.org/drawingml/2006/main"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025" b="0">
                <a:solidFill>
                  <a:srgbClr val="2454FF"/>
                </a:solidFill>
                <a:latin typeface="Instrument Sans"/>
                <a:ea typeface="Instrument Sans"/>
                <a:cs typeface="Instrument Sans"/>
              </a:rPr>
              <a:t>03</a:t>
            </a:r>
          </a:p>
        </p:txBody>
      </p:sp>
      <p:sp>
        <p:nvSpPr>
          <p:cNvPr id="17" name="text-235">
            <a:extLst xmlns:a="http://schemas.openxmlformats.org/drawingml/2006/main">
              <a:ext uri="{FF2B5EF4-FFF2-40B4-BE49-F238E27FC236}">
                <a16:creationId xmlns:a16="http://schemas.microsoft.com/office/drawing/2014/main" id="{790CA6B2-49C1-44B9-8F82-31055712E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238750"/>
            <a:ext cx="43815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  <a:lvl6pPr algn="l">
              <a:defRPr/>
            </a:lvl6pPr>
            <a:lvl7pPr algn="l">
              <a:defRPr/>
            </a:lvl7pPr>
            <a:lvl8pPr algn="l">
              <a:defRPr/>
            </a:lvl8pPr>
            <a:lvl9pPr algn="l">
              <a:defRPr/>
            </a:lvl9pPr>
          </a:lstStyle>
          <a:p xmlns:a="http://schemas.openxmlformats.org/drawingml/2006/main"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0">
                <a:solidFill>
                  <a:srgbClr val="111111"/>
                </a:solidFill>
                <a:latin typeface="Noto Sans SC Medium"/>
                <a:ea typeface="Noto Sans SC Medium"/>
                <a:cs typeface="Noto Sans SC Medium"/>
              </a:rPr>
              <a:t>关键执行成果</a:t>
            </a:r>
          </a:p>
        </p:txBody>
      </p:sp>
      <p:sp>
        <p:nvSpPr>
          <p:cNvPr id="18" name="text-236">
            <a:extLst xmlns:a="http://schemas.openxmlformats.org/drawingml/2006/main">
              <a:ext uri="{FF2B5EF4-FFF2-40B4-BE49-F238E27FC236}">
                <a16:creationId xmlns:a16="http://schemas.microsoft.com/office/drawing/2014/main" id="{E899FEDF-13B4-4BA4-B0A8-E9EC5AD30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5238750"/>
            <a:ext cx="790575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  <a:lvl6pPr algn="l">
              <a:defRPr/>
            </a:lvl6pPr>
            <a:lvl7pPr algn="l">
              <a:defRPr/>
            </a:lvl7pPr>
            <a:lvl8pPr algn="l">
              <a:defRPr/>
            </a:lvl8pPr>
            <a:lvl9pPr algn="l">
              <a:defRPr/>
            </a:lvl9pPr>
          </a:lstStyle>
          <a:p xmlns:a="http://schemas.openxmlformats.org/drawingml/2006/main"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100" b="0">
                <a:solidFill>
                  <a:srgbClr val="111111"/>
                </a:solidFill>
                <a:latin typeface="Noto Sans SC"/>
                <a:ea typeface="Noto Sans SC"/>
                <a:cs typeface="Noto Sans SC"/>
              </a:rPr>
              <a:t>按合作范围交付内容素材、达人合作、广告工作或其他已约定</a:t>
            </a:r>
          </a:p>
          <a:p xmlns:a="http://schemas.openxmlformats.org/drawingml/2006/main"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100" b="0">
                <a:solidFill>
                  <a:srgbClr val="111111"/>
                </a:solidFill>
                <a:latin typeface="Noto Sans SC"/>
                <a:ea typeface="Noto Sans SC"/>
                <a:cs typeface="Noto Sans SC"/>
              </a:rPr>
              <a:t>的执行成果。</a:t>
            </a:r>
          </a:p>
        </p:txBody>
      </p:sp>
      <p:cxnSp>
        <p:nvCxnSpPr>
          <p:cNvPr id="19" name="connector-237">
            <a:extLst xmlns:a="http://schemas.openxmlformats.org/drawingml/2006/main">
              <a:ext uri="{FF2B5EF4-FFF2-40B4-BE49-F238E27FC236}">
                <a16:creationId xmlns:a16="http://schemas.microsoft.com/office/drawing/2014/main" id="{68D221EF-DA97-4E85-A09D-ACF49E78D63B}"/>
              </a:ext>
            </a:extLst>
          </p:cNvPr>
          <p:cNvCxnSpPr/>
          <p:nvPr/>
        </p:nvCxnSpPr>
        <p:spPr>
          <a:xfrm xmlns:a="http://schemas.openxmlformats.org/drawingml/2006/main">
            <a:off x="838200" y="6191250"/>
            <a:ext cx="13563600" cy="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D6D4CB"/>
            </a:solidFill>
            <a:prstDash val="solid"/>
          </a:ln>
        </p:spPr>
      </p:cxnSp>
      <p:sp>
        <p:nvSpPr>
          <p:cNvPr id="20" name="text-238">
            <a:extLst xmlns:a="http://schemas.openxmlformats.org/drawingml/2006/main">
              <a:ext uri="{FF2B5EF4-FFF2-40B4-BE49-F238E27FC236}">
                <a16:creationId xmlns:a16="http://schemas.microsoft.com/office/drawing/2014/main" id="{FAF2B70D-BCEC-4126-AACE-55F5F6BAA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381750"/>
            <a:ext cx="571500" cy="3857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  <a:lvl6pPr algn="l">
              <a:defRPr/>
            </a:lvl6pPr>
            <a:lvl7pPr algn="l">
              <a:defRPr/>
            </a:lvl7pPr>
            <a:lvl8pPr algn="l">
              <a:defRPr/>
            </a:lvl8pPr>
            <a:lvl9pPr algn="l">
              <a:defRPr/>
            </a:lvl9pPr>
          </a:lstStyle>
          <a:p xmlns:a="http://schemas.openxmlformats.org/drawingml/2006/main"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025" b="0">
                <a:solidFill>
                  <a:srgbClr val="2454FF"/>
                </a:solidFill>
                <a:latin typeface="Instrument Sans"/>
                <a:ea typeface="Instrument Sans"/>
                <a:cs typeface="Instrument Sans"/>
              </a:rPr>
              <a:t>04</a:t>
            </a:r>
          </a:p>
        </p:txBody>
      </p:sp>
      <p:sp>
        <p:nvSpPr>
          <p:cNvPr id="21" name="text-239">
            <a:extLst xmlns:a="http://schemas.openxmlformats.org/drawingml/2006/main">
              <a:ext uri="{FF2B5EF4-FFF2-40B4-BE49-F238E27FC236}">
                <a16:creationId xmlns:a16="http://schemas.microsoft.com/office/drawing/2014/main" id="{ECD51ABD-F427-44F2-9487-CACAA80B6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6362700"/>
            <a:ext cx="43815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  <a:lvl6pPr algn="l">
              <a:defRPr/>
            </a:lvl6pPr>
            <a:lvl7pPr algn="l">
              <a:defRPr/>
            </a:lvl7pPr>
            <a:lvl8pPr algn="l">
              <a:defRPr/>
            </a:lvl8pPr>
            <a:lvl9pPr algn="l">
              <a:defRPr/>
            </a:lvl9pPr>
          </a:lstStyle>
          <a:p xmlns:a="http://schemas.openxmlformats.org/drawingml/2006/main"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0">
                <a:solidFill>
                  <a:srgbClr val="111111"/>
                </a:solidFill>
                <a:latin typeface="Noto Sans SC Medium"/>
                <a:ea typeface="Noto Sans SC Medium"/>
                <a:cs typeface="Noto Sans SC Medium"/>
              </a:rPr>
              <a:t>复盘与后续建议</a:t>
            </a:r>
          </a:p>
        </p:txBody>
      </p:sp>
      <p:sp>
        <p:nvSpPr>
          <p:cNvPr id="22" name="text-240">
            <a:extLst xmlns:a="http://schemas.openxmlformats.org/drawingml/2006/main">
              <a:ext uri="{FF2B5EF4-FFF2-40B4-BE49-F238E27FC236}">
                <a16:creationId xmlns:a16="http://schemas.microsoft.com/office/drawing/2014/main" id="{432F2AC3-F85D-43AE-A66D-F89F391C7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6362700"/>
            <a:ext cx="790575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  <a:lvl6pPr algn="l">
              <a:defRPr/>
            </a:lvl6pPr>
            <a:lvl7pPr algn="l">
              <a:defRPr/>
            </a:lvl7pPr>
            <a:lvl8pPr algn="l">
              <a:defRPr/>
            </a:lvl8pPr>
            <a:lvl9pPr algn="l">
              <a:defRPr/>
            </a:lvl9pPr>
          </a:lstStyle>
          <a:p xmlns:a="http://schemas.openxmlformats.org/drawingml/2006/main"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100" b="0">
                <a:solidFill>
                  <a:srgbClr val="111111"/>
                </a:solidFill>
                <a:latin typeface="Noto Sans SC"/>
                <a:ea typeface="Noto Sans SC"/>
                <a:cs typeface="Noto Sans SC"/>
              </a:rPr>
              <a:t>整理执行反馈与阶段表现，提出继续、调整或新增工</a:t>
            </a:r>
          </a:p>
          <a:p xmlns:a="http://schemas.openxmlformats.org/drawingml/2006/main"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100" b="0">
                <a:solidFill>
                  <a:srgbClr val="111111"/>
                </a:solidFill>
                <a:latin typeface="Noto Sans SC"/>
                <a:ea typeface="Noto Sans SC"/>
                <a:cs typeface="Noto Sans SC"/>
              </a:rPr>
              <a:t>作的建议。</a:t>
            </a:r>
          </a:p>
        </p:txBody>
      </p:sp>
    </p:spTree>
    <p:extLst>
      <p:ext uri="{BB962C8B-B14F-4D97-AF65-F5344CB8AC3E}">
        <p14:creationId xmlns:p14="http://schemas.microsoft.com/office/powerpoint/2010/main" val="56769366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4F1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panel-241">
            <a:extLst xmlns:a="http://schemas.openxmlformats.org/drawingml/2006/main">
              <a:ext uri="{FF2B5EF4-FFF2-40B4-BE49-F238E27FC236}">
                <a16:creationId xmlns:a16="http://schemas.microsoft.com/office/drawing/2014/main" id="{2A09F93E-274B-4500-95B9-57FCB409C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33400"/>
            <a:ext cx="3619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ext-242">
            <a:extLst xmlns:a="http://schemas.openxmlformats.org/drawingml/2006/main">
              <a:ext uri="{FF2B5EF4-FFF2-40B4-BE49-F238E27FC236}">
                <a16:creationId xmlns:a16="http://schemas.microsoft.com/office/drawing/2014/main" id="{43580A94-11C8-4E63-8FAD-535E3ADB3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00050"/>
            <a:ext cx="11430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  <a:lvl6pPr algn="l">
              <a:defRPr/>
            </a:lvl6pPr>
            <a:lvl7pPr algn="l">
              <a:defRPr/>
            </a:lvl7pPr>
            <a:lvl8pPr algn="l">
              <a:defRPr/>
            </a:lvl8pPr>
            <a:lvl9pPr algn="l">
              <a:defRPr/>
            </a:lvl9pPr>
          </a:lstStyle>
          <a:p xmlns:a="http://schemas.openxmlformats.org/drawingml/2006/main"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0">
                <a:solidFill>
                  <a:srgbClr val="62625D"/>
                </a:solidFill>
                <a:latin typeface="Noto Sans SC"/>
                <a:ea typeface="Noto Sans SC"/>
                <a:cs typeface="Noto Sans SC"/>
              </a:rPr>
              <a:t>为什么选择我们</a:t>
            </a:r>
            <a:r>
              <a:rPr sz="1500" b="0">
                <a:solidFill>
                  <a:srgbClr val="62625D"/>
                </a:solidFill>
                <a:latin typeface="Instrument Sans"/>
                <a:ea typeface="Instrument Sans"/>
                <a:cs typeface="Instrument Sans"/>
              </a:rPr>
              <a:t> </a:t>
            </a:r>
            <a:r>
              <a:rPr sz="1500" b="0">
                <a:solidFill>
                  <a:srgbClr val="62625D"/>
                </a:solidFill>
                <a:latin typeface="Noto Sans SC"/>
                <a:ea typeface="Noto Sans SC"/>
                <a:cs typeface="Noto Sans SC"/>
              </a:rPr>
              <a:t>·</a:t>
            </a:r>
            <a:r>
              <a:rPr sz="1500" b="0">
                <a:solidFill>
                  <a:srgbClr val="62625D"/>
                </a:solidFill>
                <a:latin typeface="Instrument Sans"/>
                <a:ea typeface="Instrument Sans"/>
                <a:cs typeface="Instrument Sans"/>
              </a:rPr>
              <a:t> AI-native</a:t>
            </a:r>
          </a:p>
        </p:txBody>
      </p:sp>
      <p:sp>
        <p:nvSpPr>
          <p:cNvPr id="3" name="title-243">
            <a:extLst xmlns:a="http://schemas.openxmlformats.org/drawingml/2006/main">
              <a:ext uri="{FF2B5EF4-FFF2-40B4-BE49-F238E27FC236}">
                <a16:creationId xmlns:a16="http://schemas.microsoft.com/office/drawing/2014/main" id="{EE6AF131-923C-4CEE-AD1F-ECD3FC0E2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000125"/>
            <a:ext cx="135636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  <a:lvl6pPr algn="l">
              <a:defRPr/>
            </a:lvl6pPr>
            <a:lvl7pPr algn="l">
              <a:defRPr/>
            </a:lvl7pPr>
            <a:lvl8pPr algn="l">
              <a:defRPr/>
            </a:lvl8pPr>
            <a:lvl9pPr algn="l">
              <a:defRPr/>
            </a:lvl9pPr>
          </a:lstStyle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050" b="0">
                <a:solidFill>
                  <a:srgbClr val="111111"/>
                </a:solidFill>
                <a:latin typeface="Instrument Sans SemiBold"/>
                <a:ea typeface="Instrument Sans SemiBold"/>
                <a:cs typeface="Instrument Sans SemiBold"/>
              </a:rPr>
              <a:t>AI </a:t>
            </a:r>
            <a:r>
              <a:rPr sz="4050" b="0">
                <a:solidFill>
                  <a:srgbClr val="111111"/>
                </a:solidFill>
                <a:latin typeface="Noto Sans SC SemiBold"/>
                <a:ea typeface="Noto Sans SC SemiBold"/>
                <a:cs typeface="Noto Sans SC SemiBold"/>
              </a:rPr>
              <a:t>已经融入我们的内部执行体系</a:t>
            </a:r>
          </a:p>
        </p:txBody>
      </p:sp>
      <p:sp>
        <p:nvSpPr>
          <p:cNvPr id="4" name="text-244">
            <a:extLst xmlns:a="http://schemas.openxmlformats.org/drawingml/2006/main">
              <a:ext uri="{FF2B5EF4-FFF2-40B4-BE49-F238E27FC236}">
                <a16:creationId xmlns:a16="http://schemas.microsoft.com/office/drawing/2014/main" id="{C0BDE07C-DAC5-4A7D-8532-9EB3E33A2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52625"/>
            <a:ext cx="135636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  <a:lvl6pPr algn="l">
              <a:defRPr/>
            </a:lvl6pPr>
            <a:lvl7pPr algn="l">
              <a:defRPr/>
            </a:lvl7pPr>
            <a:lvl8pPr algn="l">
              <a:defRPr/>
            </a:lvl8pPr>
            <a:lvl9pPr algn="l">
              <a:defRPr/>
            </a:lvl9pPr>
          </a:lstStyle>
          <a:p xmlns:a="http://schemas.openxmlformats.org/drawingml/2006/main"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025" b="0">
                <a:solidFill>
                  <a:srgbClr val="62625D"/>
                </a:solidFill>
                <a:latin typeface="Instrument Sans"/>
                <a:ea typeface="Instrument Sans"/>
                <a:cs typeface="Instrument Sans"/>
              </a:rPr>
              <a:t>Outrise </a:t>
            </a:r>
            <a:r>
              <a:rPr sz="2025" b="0">
                <a:solidFill>
                  <a:srgbClr val="62625D"/>
                </a:solidFill>
                <a:latin typeface="Noto Sans SC"/>
                <a:ea typeface="Noto Sans SC"/>
                <a:cs typeface="Noto Sans SC"/>
              </a:rPr>
              <a:t>已建立高度自动化、智能化、以</a:t>
            </a:r>
            <a:r>
              <a:rPr sz="2025" b="0">
                <a:solidFill>
                  <a:srgbClr val="62625D"/>
                </a:solidFill>
                <a:latin typeface="Instrument Sans"/>
                <a:ea typeface="Instrument Sans"/>
                <a:cs typeface="Instrument Sans"/>
              </a:rPr>
              <a:t> AI </a:t>
            </a:r>
            <a:r>
              <a:rPr sz="2025" b="0">
                <a:solidFill>
                  <a:srgbClr val="62625D"/>
                </a:solidFill>
                <a:latin typeface="Noto Sans SC"/>
                <a:ea typeface="Noto Sans SC"/>
                <a:cs typeface="Noto Sans SC"/>
              </a:rPr>
              <a:t>为驱动的执行体系。</a:t>
            </a:r>
          </a:p>
        </p:txBody>
      </p:sp>
      <p:cxnSp>
        <p:nvCxnSpPr>
          <p:cNvPr id="5" name="connector-245">
            <a:extLst xmlns:a="http://schemas.openxmlformats.org/drawingml/2006/main">
              <a:ext uri="{FF2B5EF4-FFF2-40B4-BE49-F238E27FC236}">
                <a16:creationId xmlns:a16="http://schemas.microsoft.com/office/drawing/2014/main" id="{A3366213-7734-4EAC-B561-D431BF1EC92C}"/>
              </a:ext>
            </a:extLst>
          </p:cNvPr>
          <p:cNvCxnSpPr/>
          <p:nvPr/>
        </p:nvCxnSpPr>
        <p:spPr>
          <a:xfrm xmlns:a="http://schemas.openxmlformats.org/drawingml/2006/main">
            <a:off x="838200" y="7762875"/>
            <a:ext cx="135636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6D4CB"/>
            </a:solidFill>
            <a:prstDash val="solid"/>
          </a:ln>
        </p:spPr>
      </p:cxn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FBB759-2F98-470A-972A-B408F539341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f42a9b0b3074e30"/>
          <a:stretch xmlns:a="http://schemas.openxmlformats.org/drawingml/2006/main"/>
        </p:blipFill>
        <p:spPr>
          <a:xfrm xmlns:a="http://schemas.openxmlformats.org/drawingml/2006/main">
            <a:off x="838200" y="7981950"/>
            <a:ext cx="1714500" cy="453628"/>
          </a:xfrm>
          <a:prstGeom xmlns:a="http://schemas.openxmlformats.org/drawingml/2006/main" prst="rect">
            <a:avLst/>
          </a:prstGeom>
        </p:spPr>
      </p:pic>
      <p:sp>
        <p:nvSpPr>
          <p:cNvPr id="7" name="text-246">
            <a:extLst xmlns:a="http://schemas.openxmlformats.org/drawingml/2006/main">
              <a:ext uri="{FF2B5EF4-FFF2-40B4-BE49-F238E27FC236}">
                <a16:creationId xmlns:a16="http://schemas.microsoft.com/office/drawing/2014/main" id="{7D38F843-E389-4172-A02B-5050C5C1C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92200" y="7991475"/>
            <a:ext cx="609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/>
            <a:lvl1pPr algn="r">
              <a:defRPr/>
            </a:lvl1pPr>
            <a:lvl2pPr algn="r">
              <a:defRPr/>
            </a:lvl2pPr>
            <a:lvl3pPr algn="r">
              <a:defRPr/>
            </a:lvl3pPr>
            <a:lvl4pPr algn="r">
              <a:defRPr/>
            </a:lvl4pPr>
            <a:lvl5pPr algn="r">
              <a:defRPr/>
            </a:lvl5pPr>
            <a:lvl6pPr algn="r">
              <a:defRPr/>
            </a:lvl6pPr>
            <a:lvl7pPr algn="r">
              <a:defRPr/>
            </a:lvl7pPr>
            <a:lvl8pPr algn="r">
              <a:defRPr/>
            </a:lvl8pPr>
            <a:lvl9pPr algn="r">
              <a:defRPr/>
            </a:lvl9pPr>
          </a:lstStyle>
          <a:p xmlns:a="http://schemas.openxmlformats.org/drawingml/2006/main"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 b="0">
                <a:solidFill>
                  <a:srgbClr val="62625D"/>
                </a:solidFill>
                <a:latin typeface="Instrument Sans"/>
                <a:ea typeface="Instrument Sans"/>
                <a:cs typeface="Instrument Sans"/>
              </a:rPr>
              <a:t>12</a:t>
            </a:r>
          </a:p>
        </p:txBody>
      </p:sp>
      <p:sp>
        <p:nvSpPr>
          <p:cNvPr id="8" name="text-247">
            <a:extLst xmlns:a="http://schemas.openxmlformats.org/drawingml/2006/main">
              <a:ext uri="{FF2B5EF4-FFF2-40B4-BE49-F238E27FC236}">
                <a16:creationId xmlns:a16="http://schemas.microsoft.com/office/drawing/2014/main" id="{A936BCF0-0FB5-4D47-BF5B-7B9876FA6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90800"/>
            <a:ext cx="1238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  <a:lvl6pPr algn="l">
              <a:defRPr/>
            </a:lvl6pPr>
            <a:lvl7pPr algn="l">
              <a:defRPr/>
            </a:lvl7pPr>
            <a:lvl8pPr algn="l">
              <a:defRPr/>
            </a:lvl8pPr>
            <a:lvl9pPr algn="l">
              <a:defRPr/>
            </a:lvl9pPr>
          </a:lstStyle>
          <a:p xmlns:a="http://schemas.openxmlformats.org/drawingml/2006/main"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0">
                <a:solidFill>
                  <a:srgbClr val="62625D"/>
                </a:solidFill>
                <a:latin typeface="Instrument Sans"/>
                <a:ea typeface="Instrument Sans"/>
                <a:cs typeface="Instrument Sans"/>
              </a:rPr>
              <a:t>AI </a:t>
            </a:r>
            <a:r>
              <a:rPr sz="1500" b="0">
                <a:solidFill>
                  <a:srgbClr val="62625D"/>
                </a:solidFill>
                <a:latin typeface="Noto Sans SC"/>
                <a:ea typeface="Noto Sans SC"/>
                <a:cs typeface="Noto Sans SC"/>
              </a:rPr>
              <a:t>支持营销工作的环节示意</a:t>
            </a:r>
          </a:p>
        </p:txBody>
      </p:sp>
      <p:sp>
        <p:nvSpPr>
          <p:cNvPr id="9" name="text-248">
            <a:extLst xmlns:a="http://schemas.openxmlformats.org/drawingml/2006/main">
              <a:ext uri="{FF2B5EF4-FFF2-40B4-BE49-F238E27FC236}">
                <a16:creationId xmlns:a16="http://schemas.microsoft.com/office/drawing/2014/main" id="{790E3DC4-E1D5-40AA-967F-61C3C24ED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24200"/>
            <a:ext cx="571500" cy="4429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  <a:lvl6pPr algn="l">
              <a:defRPr/>
            </a:lvl6pPr>
            <a:lvl7pPr algn="l">
              <a:defRPr/>
            </a:lvl7pPr>
            <a:lvl8pPr algn="l">
              <a:defRPr/>
            </a:lvl8pPr>
            <a:lvl9pPr algn="l">
              <a:defRPr/>
            </a:lvl9pPr>
          </a:lstStyle>
          <a:p xmlns:a="http://schemas.openxmlformats.org/drawingml/2006/main"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25" b="0">
                <a:solidFill>
                  <a:srgbClr val="2454FF"/>
                </a:solidFill>
                <a:latin typeface="Instrument Sans"/>
                <a:ea typeface="Instrument Sans"/>
                <a:cs typeface="Instrument Sans"/>
              </a:rPr>
              <a:t>01</a:t>
            </a:r>
          </a:p>
        </p:txBody>
      </p:sp>
      <p:cxnSp>
        <p:nvCxnSpPr>
          <p:cNvPr id="10" name="connector-249">
            <a:extLst xmlns:a="http://schemas.openxmlformats.org/drawingml/2006/main">
              <a:ext uri="{FF2B5EF4-FFF2-40B4-BE49-F238E27FC236}">
                <a16:creationId xmlns:a16="http://schemas.microsoft.com/office/drawing/2014/main" id="{378FE867-4B5F-4CB4-B650-7FB59FBB04EB}"/>
              </a:ext>
            </a:extLst>
          </p:cNvPr>
          <p:cNvCxnSpPr/>
          <p:nvPr/>
        </p:nvCxnSpPr>
        <p:spPr>
          <a:xfrm xmlns:a="http://schemas.openxmlformats.org/drawingml/2006/main">
            <a:off x="1485900" y="3362325"/>
            <a:ext cx="2571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4FF"/>
            </a:solidFill>
            <a:prstDash val="solid"/>
            <a:tailEnd type="triangle" w="sm" len="sm"/>
          </a:ln>
        </p:spPr>
      </p:cxnSp>
      <p:sp>
        <p:nvSpPr>
          <p:cNvPr id="11" name="text-250">
            <a:extLst xmlns:a="http://schemas.openxmlformats.org/drawingml/2006/main">
              <a:ext uri="{FF2B5EF4-FFF2-40B4-BE49-F238E27FC236}">
                <a16:creationId xmlns:a16="http://schemas.microsoft.com/office/drawing/2014/main" id="{1602A5F5-3B12-44B1-AE54-4376DF2E1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857625"/>
            <a:ext cx="310515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  <a:lvl6pPr algn="l">
              <a:defRPr/>
            </a:lvl6pPr>
            <a:lvl7pPr algn="l">
              <a:defRPr/>
            </a:lvl7pPr>
            <a:lvl8pPr algn="l">
              <a:defRPr/>
            </a:lvl8pPr>
            <a:lvl9pPr algn="l">
              <a:defRPr/>
            </a:lvl9pPr>
          </a:lstStyle>
          <a:p xmlns:a="http://schemas.openxmlformats.org/drawingml/2006/main"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175" b="0">
                <a:solidFill>
                  <a:srgbClr val="111111"/>
                </a:solidFill>
                <a:latin typeface="Noto Sans SC Medium"/>
                <a:ea typeface="Noto Sans SC Medium"/>
                <a:cs typeface="Noto Sans SC Medium"/>
              </a:rPr>
              <a:t>研究与知识积累</a:t>
            </a:r>
          </a:p>
        </p:txBody>
      </p:sp>
      <p:sp>
        <p:nvSpPr>
          <p:cNvPr id="12" name="text-251">
            <a:extLst xmlns:a="http://schemas.openxmlformats.org/drawingml/2006/main">
              <a:ext uri="{FF2B5EF4-FFF2-40B4-BE49-F238E27FC236}">
                <a16:creationId xmlns:a16="http://schemas.microsoft.com/office/drawing/2014/main" id="{9840608D-6175-407E-8DA6-3640389F0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52975"/>
            <a:ext cx="3105150" cy="1724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  <a:lvl6pPr algn="l">
              <a:defRPr/>
            </a:lvl6pPr>
            <a:lvl7pPr algn="l">
              <a:defRPr/>
            </a:lvl7pPr>
            <a:lvl8pPr algn="l">
              <a:defRPr/>
            </a:lvl8pPr>
            <a:lvl9pPr algn="l">
              <a:defRPr/>
            </a:lvl9pPr>
          </a:lstStyle>
          <a:p xmlns:a="http://schemas.openxmlformats.org/drawingml/2006/main"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950" b="0">
                <a:solidFill>
                  <a:srgbClr val="111111"/>
                </a:solidFill>
                <a:latin typeface="Noto Sans SC"/>
                <a:ea typeface="Noto Sans SC"/>
                <a:cs typeface="Noto Sans SC"/>
              </a:rPr>
              <a:t>将研究资料、业务信息与</a:t>
            </a:r>
          </a:p>
          <a:p xmlns:a="http://schemas.openxmlformats.org/drawingml/2006/main"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950" b="0">
                <a:solidFill>
                  <a:srgbClr val="111111"/>
                </a:solidFill>
                <a:latin typeface="Noto Sans SC"/>
                <a:ea typeface="Noto Sans SC"/>
                <a:cs typeface="Noto Sans SC"/>
              </a:rPr>
              <a:t>项目经验组织为可持续使</a:t>
            </a:r>
          </a:p>
          <a:p xmlns:a="http://schemas.openxmlformats.org/drawingml/2006/main"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950" b="0">
                <a:solidFill>
                  <a:srgbClr val="111111"/>
                </a:solidFill>
                <a:latin typeface="Noto Sans SC"/>
                <a:ea typeface="Noto Sans SC"/>
                <a:cs typeface="Noto Sans SC"/>
              </a:rPr>
              <a:t>用的知识基础，支持</a:t>
            </a:r>
          </a:p>
          <a:p xmlns:a="http://schemas.openxmlformats.org/drawingml/2006/main"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950" b="0">
                <a:solidFill>
                  <a:srgbClr val="111111"/>
                </a:solidFill>
                <a:latin typeface="Noto Sans SC"/>
                <a:ea typeface="Noto Sans SC"/>
                <a:cs typeface="Noto Sans SC"/>
              </a:rPr>
              <a:t>后续判断。</a:t>
            </a:r>
          </a:p>
        </p:txBody>
      </p:sp>
      <p:sp>
        <p:nvSpPr>
          <p:cNvPr id="13" name="text-252">
            <a:extLst xmlns:a="http://schemas.openxmlformats.org/drawingml/2006/main">
              <a:ext uri="{FF2B5EF4-FFF2-40B4-BE49-F238E27FC236}">
                <a16:creationId xmlns:a16="http://schemas.microsoft.com/office/drawing/2014/main" id="{ACA17FAA-7ACA-4A83-9A39-C955E1733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124200"/>
            <a:ext cx="571500" cy="4429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  <a:lvl6pPr algn="l">
              <a:defRPr/>
            </a:lvl6pPr>
            <a:lvl7pPr algn="l">
              <a:defRPr/>
            </a:lvl7pPr>
            <a:lvl8pPr algn="l">
              <a:defRPr/>
            </a:lvl8pPr>
            <a:lvl9pPr algn="l">
              <a:defRPr/>
            </a:lvl9pPr>
          </a:lstStyle>
          <a:p xmlns:a="http://schemas.openxmlformats.org/drawingml/2006/main"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25" b="0">
                <a:solidFill>
                  <a:srgbClr val="2454FF"/>
                </a:solidFill>
                <a:latin typeface="Instrument Sans"/>
                <a:ea typeface="Instrument Sans"/>
                <a:cs typeface="Instrument Sans"/>
              </a:rPr>
              <a:t>02</a:t>
            </a:r>
          </a:p>
        </p:txBody>
      </p:sp>
      <p:cxnSp>
        <p:nvCxnSpPr>
          <p:cNvPr id="14" name="connector-253">
            <a:extLst xmlns:a="http://schemas.openxmlformats.org/drawingml/2006/main">
              <a:ext uri="{FF2B5EF4-FFF2-40B4-BE49-F238E27FC236}">
                <a16:creationId xmlns:a16="http://schemas.microsoft.com/office/drawing/2014/main" id="{E5D59B4B-6143-4D19-A673-5B9CD059E422}"/>
              </a:ext>
            </a:extLst>
          </p:cNvPr>
          <p:cNvCxnSpPr/>
          <p:nvPr/>
        </p:nvCxnSpPr>
        <p:spPr>
          <a:xfrm xmlns:a="http://schemas.openxmlformats.org/drawingml/2006/main">
            <a:off x="4972050" y="3362325"/>
            <a:ext cx="2571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4FF"/>
            </a:solidFill>
            <a:prstDash val="solid"/>
            <a:tailEnd type="triangle" w="sm" len="sm"/>
          </a:ln>
        </p:spPr>
      </p:cxnSp>
      <p:sp>
        <p:nvSpPr>
          <p:cNvPr id="15" name="text-254">
            <a:extLst xmlns:a="http://schemas.openxmlformats.org/drawingml/2006/main">
              <a:ext uri="{FF2B5EF4-FFF2-40B4-BE49-F238E27FC236}">
                <a16:creationId xmlns:a16="http://schemas.microsoft.com/office/drawing/2014/main" id="{B6F6A29C-8BB6-4B9A-BC69-988611EFD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857625"/>
            <a:ext cx="310515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  <a:lvl6pPr algn="l">
              <a:defRPr/>
            </a:lvl6pPr>
            <a:lvl7pPr algn="l">
              <a:defRPr/>
            </a:lvl7pPr>
            <a:lvl8pPr algn="l">
              <a:defRPr/>
            </a:lvl8pPr>
            <a:lvl9pPr algn="l">
              <a:defRPr/>
            </a:lvl9pPr>
          </a:lstStyle>
          <a:p xmlns:a="http://schemas.openxmlformats.org/drawingml/2006/main"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175" b="0">
                <a:solidFill>
                  <a:srgbClr val="111111"/>
                </a:solidFill>
                <a:latin typeface="Noto Sans SC Medium"/>
                <a:ea typeface="Noto Sans SC Medium"/>
                <a:cs typeface="Noto Sans SC Medium"/>
              </a:rPr>
              <a:t>规划与任务推进</a:t>
            </a:r>
          </a:p>
        </p:txBody>
      </p:sp>
      <p:sp>
        <p:nvSpPr>
          <p:cNvPr id="16" name="text-255">
            <a:extLst xmlns:a="http://schemas.openxmlformats.org/drawingml/2006/main">
              <a:ext uri="{FF2B5EF4-FFF2-40B4-BE49-F238E27FC236}">
                <a16:creationId xmlns:a16="http://schemas.microsoft.com/office/drawing/2014/main" id="{F9C23B0D-088A-4247-9819-99B40E429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752975"/>
            <a:ext cx="3105150" cy="1724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  <a:lvl6pPr algn="l">
              <a:defRPr/>
            </a:lvl6pPr>
            <a:lvl7pPr algn="l">
              <a:defRPr/>
            </a:lvl7pPr>
            <a:lvl8pPr algn="l">
              <a:defRPr/>
            </a:lvl8pPr>
            <a:lvl9pPr algn="l">
              <a:defRPr/>
            </a:lvl9pPr>
          </a:lstStyle>
          <a:p xmlns:a="http://schemas.openxmlformats.org/drawingml/2006/main"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950" b="0">
                <a:solidFill>
                  <a:srgbClr val="111111"/>
                </a:solidFill>
                <a:latin typeface="Noto Sans SC"/>
                <a:ea typeface="Noto Sans SC"/>
                <a:cs typeface="Noto Sans SC"/>
              </a:rPr>
              <a:t>让信息、计划和任务衔</a:t>
            </a:r>
          </a:p>
          <a:p xmlns:a="http://schemas.openxmlformats.org/drawingml/2006/main"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950" b="0">
                <a:solidFill>
                  <a:srgbClr val="111111"/>
                </a:solidFill>
                <a:latin typeface="Noto Sans SC"/>
                <a:ea typeface="Noto Sans SC"/>
                <a:cs typeface="Noto Sans SC"/>
              </a:rPr>
              <a:t>接，支持团队协调工作、</a:t>
            </a:r>
          </a:p>
          <a:p xmlns:a="http://schemas.openxmlformats.org/drawingml/2006/main"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950" b="0">
                <a:solidFill>
                  <a:srgbClr val="111111"/>
                </a:solidFill>
                <a:latin typeface="Noto Sans SC"/>
                <a:ea typeface="Noto Sans SC"/>
                <a:cs typeface="Noto Sans SC"/>
              </a:rPr>
              <a:t>跟进进度和处理反馈。</a:t>
            </a:r>
          </a:p>
        </p:txBody>
      </p:sp>
      <p:sp>
        <p:nvSpPr>
          <p:cNvPr id="17" name="text-256">
            <a:extLst xmlns:a="http://schemas.openxmlformats.org/drawingml/2006/main">
              <a:ext uri="{FF2B5EF4-FFF2-40B4-BE49-F238E27FC236}">
                <a16:creationId xmlns:a16="http://schemas.microsoft.com/office/drawing/2014/main" id="{B0DF4C0E-1686-41FA-9039-D88E77561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124200"/>
            <a:ext cx="571500" cy="4429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  <a:lvl6pPr algn="l">
              <a:defRPr/>
            </a:lvl6pPr>
            <a:lvl7pPr algn="l">
              <a:defRPr/>
            </a:lvl7pPr>
            <a:lvl8pPr algn="l">
              <a:defRPr/>
            </a:lvl8pPr>
            <a:lvl9pPr algn="l">
              <a:defRPr/>
            </a:lvl9pPr>
          </a:lstStyle>
          <a:p xmlns:a="http://schemas.openxmlformats.org/drawingml/2006/main"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25" b="0">
                <a:solidFill>
                  <a:srgbClr val="2454FF"/>
                </a:solidFill>
                <a:latin typeface="Instrument Sans"/>
                <a:ea typeface="Instrument Sans"/>
                <a:cs typeface="Instrument Sans"/>
              </a:rPr>
              <a:t>03</a:t>
            </a:r>
          </a:p>
        </p:txBody>
      </p:sp>
      <p:cxnSp>
        <p:nvCxnSpPr>
          <p:cNvPr id="18" name="connector-257">
            <a:extLst xmlns:a="http://schemas.openxmlformats.org/drawingml/2006/main">
              <a:ext uri="{FF2B5EF4-FFF2-40B4-BE49-F238E27FC236}">
                <a16:creationId xmlns:a16="http://schemas.microsoft.com/office/drawing/2014/main" id="{1EFA10BB-10E2-49F0-92C3-40E1356B3454}"/>
              </a:ext>
            </a:extLst>
          </p:cNvPr>
          <p:cNvCxnSpPr/>
          <p:nvPr/>
        </p:nvCxnSpPr>
        <p:spPr>
          <a:xfrm xmlns:a="http://schemas.openxmlformats.org/drawingml/2006/main">
            <a:off x="8458200" y="3362325"/>
            <a:ext cx="2571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4FF"/>
            </a:solidFill>
            <a:prstDash val="solid"/>
            <a:tailEnd type="triangle" w="sm" len="sm"/>
          </a:ln>
        </p:spPr>
      </p:cxnSp>
      <p:sp>
        <p:nvSpPr>
          <p:cNvPr id="19" name="text-258">
            <a:extLst xmlns:a="http://schemas.openxmlformats.org/drawingml/2006/main">
              <a:ext uri="{FF2B5EF4-FFF2-40B4-BE49-F238E27FC236}">
                <a16:creationId xmlns:a16="http://schemas.microsoft.com/office/drawing/2014/main" id="{438A4281-8EB4-49BB-AC89-131A102DA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857625"/>
            <a:ext cx="310515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  <a:lvl6pPr algn="l">
              <a:defRPr/>
            </a:lvl6pPr>
            <a:lvl7pPr algn="l">
              <a:defRPr/>
            </a:lvl7pPr>
            <a:lvl8pPr algn="l">
              <a:defRPr/>
            </a:lvl8pPr>
            <a:lvl9pPr algn="l">
              <a:defRPr/>
            </a:lvl9pPr>
          </a:lstStyle>
          <a:p xmlns:a="http://schemas.openxmlformats.org/drawingml/2006/main"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175" b="0">
                <a:solidFill>
                  <a:srgbClr val="111111"/>
                </a:solidFill>
                <a:latin typeface="Noto Sans SC Medium"/>
                <a:ea typeface="Noto Sans SC Medium"/>
                <a:cs typeface="Noto Sans SC Medium"/>
              </a:rPr>
              <a:t>内容与创意生产</a:t>
            </a:r>
          </a:p>
        </p:txBody>
      </p:sp>
      <p:sp>
        <p:nvSpPr>
          <p:cNvPr id="20" name="text-259">
            <a:extLst xmlns:a="http://schemas.openxmlformats.org/drawingml/2006/main">
              <a:ext uri="{FF2B5EF4-FFF2-40B4-BE49-F238E27FC236}">
                <a16:creationId xmlns:a16="http://schemas.microsoft.com/office/drawing/2014/main" id="{52334C72-193F-488C-A8F8-071FCAD3F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752975"/>
            <a:ext cx="3105150" cy="1724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  <a:lvl6pPr algn="l">
              <a:defRPr/>
            </a:lvl6pPr>
            <a:lvl7pPr algn="l">
              <a:defRPr/>
            </a:lvl7pPr>
            <a:lvl8pPr algn="l">
              <a:defRPr/>
            </a:lvl8pPr>
            <a:lvl9pPr algn="l">
              <a:defRPr/>
            </a:lvl9pPr>
          </a:lstStyle>
          <a:p xmlns:a="http://schemas.openxmlformats.org/drawingml/2006/main"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950" b="0">
                <a:solidFill>
                  <a:srgbClr val="111111"/>
                </a:solidFill>
                <a:latin typeface="Noto Sans SC"/>
                <a:ea typeface="Noto Sans SC"/>
                <a:cs typeface="Noto Sans SC"/>
              </a:rPr>
              <a:t>运用</a:t>
            </a:r>
            <a:r>
              <a:rPr sz="1950" b="0">
                <a:solidFill>
                  <a:srgbClr val="111111"/>
                </a:solidFill>
                <a:latin typeface="Instrument Sans"/>
                <a:ea typeface="Instrument Sans"/>
                <a:cs typeface="Instrument Sans"/>
              </a:rPr>
              <a:t> AI </a:t>
            </a:r>
            <a:r>
              <a:rPr sz="1950" b="0">
                <a:solidFill>
                  <a:srgbClr val="111111"/>
                </a:solidFill>
                <a:latin typeface="Noto Sans SC"/>
                <a:ea typeface="Noto Sans SC"/>
                <a:cs typeface="Noto Sans SC"/>
              </a:rPr>
              <a:t>支持创意探索、</a:t>
            </a:r>
          </a:p>
          <a:p xmlns:a="http://schemas.openxmlformats.org/drawingml/2006/main"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950" b="0">
                <a:solidFill>
                  <a:srgbClr val="111111"/>
                </a:solidFill>
                <a:latin typeface="Noto Sans SC"/>
                <a:ea typeface="Noto Sans SC"/>
                <a:cs typeface="Noto Sans SC"/>
              </a:rPr>
              <a:t>素材生产与迭代，由团队</a:t>
            </a:r>
          </a:p>
          <a:p xmlns:a="http://schemas.openxmlformats.org/drawingml/2006/main"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950" b="0">
                <a:solidFill>
                  <a:srgbClr val="111111"/>
                </a:solidFill>
                <a:latin typeface="Noto Sans SC"/>
                <a:ea typeface="Noto Sans SC"/>
                <a:cs typeface="Noto Sans SC"/>
              </a:rPr>
              <a:t>负责方向、质量与</a:t>
            </a:r>
          </a:p>
          <a:p xmlns:a="http://schemas.openxmlformats.org/drawingml/2006/main"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950" b="0">
                <a:solidFill>
                  <a:srgbClr val="111111"/>
                </a:solidFill>
                <a:latin typeface="Noto Sans SC"/>
                <a:ea typeface="Noto Sans SC"/>
                <a:cs typeface="Noto Sans SC"/>
              </a:rPr>
              <a:t>最终判断。</a:t>
            </a:r>
          </a:p>
        </p:txBody>
      </p:sp>
      <p:sp>
        <p:nvSpPr>
          <p:cNvPr id="21" name="text-260">
            <a:extLst xmlns:a="http://schemas.openxmlformats.org/drawingml/2006/main">
              <a:ext uri="{FF2B5EF4-FFF2-40B4-BE49-F238E27FC236}">
                <a16:creationId xmlns:a16="http://schemas.microsoft.com/office/drawing/2014/main" id="{B7FBF71E-3A13-461F-851C-E9DFAB6ED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3124200"/>
            <a:ext cx="571500" cy="4429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  <a:lvl6pPr algn="l">
              <a:defRPr/>
            </a:lvl6pPr>
            <a:lvl7pPr algn="l">
              <a:defRPr/>
            </a:lvl7pPr>
            <a:lvl8pPr algn="l">
              <a:defRPr/>
            </a:lvl8pPr>
            <a:lvl9pPr algn="l">
              <a:defRPr/>
            </a:lvl9pPr>
          </a:lstStyle>
          <a:p xmlns:a="http://schemas.openxmlformats.org/drawingml/2006/main"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25" b="0">
                <a:solidFill>
                  <a:srgbClr val="2454FF"/>
                </a:solidFill>
                <a:latin typeface="Instrument Sans"/>
                <a:ea typeface="Instrument Sans"/>
                <a:cs typeface="Instrument Sans"/>
              </a:rPr>
              <a:t>04</a:t>
            </a:r>
          </a:p>
        </p:txBody>
      </p:sp>
      <p:sp>
        <p:nvSpPr>
          <p:cNvPr id="22" name="text-261">
            <a:extLst xmlns:a="http://schemas.openxmlformats.org/drawingml/2006/main">
              <a:ext uri="{FF2B5EF4-FFF2-40B4-BE49-F238E27FC236}">
                <a16:creationId xmlns:a16="http://schemas.microsoft.com/office/drawing/2014/main" id="{9F8E621B-38F8-4697-BA13-2B1D0F5CE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3857625"/>
            <a:ext cx="310515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  <a:lvl6pPr algn="l">
              <a:defRPr/>
            </a:lvl6pPr>
            <a:lvl7pPr algn="l">
              <a:defRPr/>
            </a:lvl7pPr>
            <a:lvl8pPr algn="l">
              <a:defRPr/>
            </a:lvl8pPr>
            <a:lvl9pPr algn="l">
              <a:defRPr/>
            </a:lvl9pPr>
          </a:lstStyle>
          <a:p xmlns:a="http://schemas.openxmlformats.org/drawingml/2006/main"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175" b="0">
                <a:solidFill>
                  <a:srgbClr val="111111"/>
                </a:solidFill>
                <a:latin typeface="Noto Sans SC Medium"/>
                <a:ea typeface="Noto Sans SC Medium"/>
                <a:cs typeface="Noto Sans SC Medium"/>
              </a:rPr>
              <a:t>反馈与持续改进</a:t>
            </a:r>
          </a:p>
        </p:txBody>
      </p:sp>
      <p:sp>
        <p:nvSpPr>
          <p:cNvPr id="23" name="text-262">
            <a:extLst xmlns:a="http://schemas.openxmlformats.org/drawingml/2006/main">
              <a:ext uri="{FF2B5EF4-FFF2-40B4-BE49-F238E27FC236}">
                <a16:creationId xmlns:a16="http://schemas.microsoft.com/office/drawing/2014/main" id="{5FB0D275-722B-4F26-A0BB-EF08B587C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4752975"/>
            <a:ext cx="3105150" cy="1724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  <a:lvl6pPr algn="l">
              <a:defRPr/>
            </a:lvl6pPr>
            <a:lvl7pPr algn="l">
              <a:defRPr/>
            </a:lvl7pPr>
            <a:lvl8pPr algn="l">
              <a:defRPr/>
            </a:lvl8pPr>
            <a:lvl9pPr algn="l">
              <a:defRPr/>
            </a:lvl9pPr>
          </a:lstStyle>
          <a:p xmlns:a="http://schemas.openxmlformats.org/drawingml/2006/main"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950" b="0">
                <a:solidFill>
                  <a:srgbClr val="111111"/>
                </a:solidFill>
                <a:latin typeface="Noto Sans SC"/>
                <a:ea typeface="Noto Sans SC"/>
                <a:cs typeface="Noto Sans SC"/>
              </a:rPr>
              <a:t>把执行反馈带回知识与工</a:t>
            </a:r>
          </a:p>
          <a:p xmlns:a="http://schemas.openxmlformats.org/drawingml/2006/main"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950" b="0">
                <a:solidFill>
                  <a:srgbClr val="111111"/>
                </a:solidFill>
                <a:latin typeface="Noto Sans SC"/>
                <a:ea typeface="Noto Sans SC"/>
                <a:cs typeface="Noto Sans SC"/>
              </a:rPr>
              <a:t>作流程，让项目经验持续</a:t>
            </a:r>
          </a:p>
          <a:p xmlns:a="http://schemas.openxmlformats.org/drawingml/2006/main"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950" b="0">
                <a:solidFill>
                  <a:srgbClr val="111111"/>
                </a:solidFill>
                <a:latin typeface="Noto Sans SC"/>
                <a:ea typeface="Noto Sans SC"/>
                <a:cs typeface="Noto Sans SC"/>
              </a:rPr>
              <a:t>服务于下一轮行动。</a:t>
            </a:r>
          </a:p>
        </p:txBody>
      </p:sp>
      <p:cxnSp>
        <p:nvCxnSpPr>
          <p:cNvPr id="24" name="connector-263">
            <a:extLst xmlns:a="http://schemas.openxmlformats.org/drawingml/2006/main">
              <a:ext uri="{FF2B5EF4-FFF2-40B4-BE49-F238E27FC236}">
                <a16:creationId xmlns:a16="http://schemas.microsoft.com/office/drawing/2014/main" id="{E1A38FBC-1A16-4293-83D2-52EC8587C0B4}"/>
              </a:ext>
            </a:extLst>
          </p:cNvPr>
          <p:cNvCxnSpPr/>
          <p:nvPr/>
        </p:nvCxnSpPr>
        <p:spPr>
          <a:xfrm xmlns:a="http://schemas.openxmlformats.org/drawingml/2006/main">
            <a:off x="12849225" y="6524625"/>
            <a:ext cx="0" cy="238125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2454FF"/>
            </a:solidFill>
            <a:prstDash val="solid"/>
          </a:ln>
        </p:spPr>
      </p:cxnSp>
      <p:cxnSp>
        <p:nvCxnSpPr>
          <p:cNvPr id="25" name="connector-264">
            <a:extLst xmlns:a="http://schemas.openxmlformats.org/drawingml/2006/main">
              <a:ext uri="{FF2B5EF4-FFF2-40B4-BE49-F238E27FC236}">
                <a16:creationId xmlns:a16="http://schemas.microsoft.com/office/drawing/2014/main" id="{0DA799E1-C2AF-4117-B18B-84FDD60B89E0}"/>
              </a:ext>
            </a:extLst>
          </p:cNvPr>
          <p:cNvCxnSpPr/>
          <p:nvPr/>
        </p:nvCxnSpPr>
        <p:spPr>
          <a:xfrm xmlns:a="http://schemas.openxmlformats.org/drawingml/2006/main">
            <a:off x="2390775" y="6762750"/>
            <a:ext cx="1045845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2454FF"/>
            </a:solidFill>
            <a:prstDash val="solid"/>
          </a:ln>
        </p:spPr>
      </p:cxnSp>
      <p:cxnSp>
        <p:nvCxnSpPr>
          <p:cNvPr id="26" name="connector-265">
            <a:extLst xmlns:a="http://schemas.openxmlformats.org/drawingml/2006/main">
              <a:ext uri="{FF2B5EF4-FFF2-40B4-BE49-F238E27FC236}">
                <a16:creationId xmlns:a16="http://schemas.microsoft.com/office/drawing/2014/main" id="{1697C496-B3A7-4074-9A3D-C97A757EFF7F}"/>
              </a:ext>
            </a:extLst>
          </p:cNvPr>
          <p:cNvCxnSpPr/>
          <p:nvPr/>
        </p:nvCxnSpPr>
        <p:spPr>
          <a:xfrm xmlns:a="http://schemas.openxmlformats.org/drawingml/2006/main">
            <a:off x="2390775" y="6524625"/>
            <a:ext cx="0" cy="238125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2454FF"/>
            </a:solidFill>
            <a:prstDash val="solid"/>
            <a:headEnd type="triangle" w="sm" len="sm"/>
          </a:ln>
        </p:spPr>
      </p:cxnSp>
      <p:sp>
        <p:nvSpPr>
          <p:cNvPr id="27" name="panel-266">
            <a:extLst xmlns:a="http://schemas.openxmlformats.org/drawingml/2006/main">
              <a:ext uri="{FF2B5EF4-FFF2-40B4-BE49-F238E27FC236}">
                <a16:creationId xmlns:a16="http://schemas.microsoft.com/office/drawing/2014/main" id="{C672668D-5BD6-4B24-B139-98DE35998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029450"/>
            <a:ext cx="135636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text-267">
            <a:extLst xmlns:a="http://schemas.openxmlformats.org/drawingml/2006/main">
              <a:ext uri="{FF2B5EF4-FFF2-40B4-BE49-F238E27FC236}">
                <a16:creationId xmlns:a16="http://schemas.microsoft.com/office/drawing/2014/main" id="{D82AFF7C-AFC6-417F-B8E7-51931E4FC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7105650"/>
            <a:ext cx="13144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/>
            <a:lvl1pPr algn="ctr">
              <a:defRPr/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  <a:lvl6pPr algn="ctr">
              <a:defRPr/>
            </a:lvl6pPr>
            <a:lvl7pPr algn="ctr">
              <a:defRPr/>
            </a:lvl7pPr>
            <a:lvl8pPr algn="ctr">
              <a:defRPr/>
            </a:lvl8pPr>
            <a:lvl9pPr algn="ctr">
              <a:defRPr/>
            </a:lvl9pPr>
          </a:lstStyle>
          <a:p xmlns:a="http://schemas.openxmlformats.org/drawingml/2006/main"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950" b="0">
                <a:solidFill>
                  <a:srgbClr val="F4F1E9"/>
                </a:solidFill>
                <a:latin typeface="Noto Sans SC Medium"/>
                <a:ea typeface="Noto Sans SC Medium"/>
                <a:cs typeface="Noto Sans SC Medium"/>
              </a:rPr>
              <a:t>团队负责商业判断、方向与质量</a:t>
            </a:r>
          </a:p>
        </p:txBody>
      </p:sp>
    </p:spTree>
    <p:extLst>
      <p:ext uri="{BB962C8B-B14F-4D97-AF65-F5344CB8AC3E}">
        <p14:creationId xmlns:p14="http://schemas.microsoft.com/office/powerpoint/2010/main" val="824445742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11111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panel-268">
            <a:extLst xmlns:a="http://schemas.openxmlformats.org/drawingml/2006/main">
              <a:ext uri="{FF2B5EF4-FFF2-40B4-BE49-F238E27FC236}">
                <a16:creationId xmlns:a16="http://schemas.microsoft.com/office/drawing/2014/main" id="{037D3B8F-0627-4F59-AEA5-76EC0968A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33400"/>
            <a:ext cx="3619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ext-269">
            <a:extLst xmlns:a="http://schemas.openxmlformats.org/drawingml/2006/main">
              <a:ext uri="{FF2B5EF4-FFF2-40B4-BE49-F238E27FC236}">
                <a16:creationId xmlns:a16="http://schemas.microsoft.com/office/drawing/2014/main" id="{E397C005-555E-4551-8988-06933C633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00050"/>
            <a:ext cx="11430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  <a:lvl6pPr algn="l">
              <a:defRPr/>
            </a:lvl6pPr>
            <a:lvl7pPr algn="l">
              <a:defRPr/>
            </a:lvl7pPr>
            <a:lvl8pPr algn="l">
              <a:defRPr/>
            </a:lvl8pPr>
            <a:lvl9pPr algn="l">
              <a:defRPr/>
            </a:lvl9pPr>
          </a:lstStyle>
          <a:p xmlns:a="http://schemas.openxmlformats.org/drawingml/2006/main"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0">
                <a:solidFill>
                  <a:srgbClr val="D6D4CB"/>
                </a:solidFill>
                <a:latin typeface="Noto Sans SC"/>
                <a:ea typeface="Noto Sans SC"/>
                <a:cs typeface="Noto Sans SC"/>
              </a:rPr>
              <a:t>为什么选择我们</a:t>
            </a:r>
            <a:r>
              <a:rPr sz="1500" b="0">
                <a:solidFill>
                  <a:srgbClr val="D6D4CB"/>
                </a:solidFill>
                <a:latin typeface="Instrument Sans"/>
                <a:ea typeface="Instrument Sans"/>
                <a:cs typeface="Instrument Sans"/>
              </a:rPr>
              <a:t> </a:t>
            </a:r>
            <a:r>
              <a:rPr sz="1500" b="0">
                <a:solidFill>
                  <a:srgbClr val="D6D4CB"/>
                </a:solidFill>
                <a:latin typeface="Noto Sans SC"/>
                <a:ea typeface="Noto Sans SC"/>
                <a:cs typeface="Noto Sans SC"/>
              </a:rPr>
              <a:t>·</a:t>
            </a:r>
            <a:r>
              <a:rPr sz="1500" b="0">
                <a:solidFill>
                  <a:srgbClr val="D6D4CB"/>
                </a:solidFill>
                <a:latin typeface="Instrument Sans"/>
                <a:ea typeface="Instrument Sans"/>
                <a:cs typeface="Instrument Sans"/>
              </a:rPr>
              <a:t> </a:t>
            </a:r>
            <a:r>
              <a:rPr sz="1500" b="0">
                <a:solidFill>
                  <a:srgbClr val="D6D4CB"/>
                </a:solidFill>
                <a:latin typeface="Noto Sans SC"/>
                <a:ea typeface="Noto Sans SC"/>
                <a:cs typeface="Noto Sans SC"/>
              </a:rPr>
              <a:t>市场理解</a:t>
            </a:r>
          </a:p>
        </p:txBody>
      </p:sp>
      <p:sp>
        <p:nvSpPr>
          <p:cNvPr id="3" name="title-270">
            <a:extLst xmlns:a="http://schemas.openxmlformats.org/drawingml/2006/main">
              <a:ext uri="{FF2B5EF4-FFF2-40B4-BE49-F238E27FC236}">
                <a16:creationId xmlns:a16="http://schemas.microsoft.com/office/drawing/2014/main" id="{01E2FCD2-D3DC-47B5-B49B-F2D1F7FF8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000125"/>
            <a:ext cx="135636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  <a:lvl6pPr algn="l">
              <a:defRPr/>
            </a:lvl6pPr>
            <a:lvl7pPr algn="l">
              <a:defRPr/>
            </a:lvl7pPr>
            <a:lvl8pPr algn="l">
              <a:defRPr/>
            </a:lvl8pPr>
            <a:lvl9pPr algn="l">
              <a:defRPr/>
            </a:lvl9pPr>
          </a:lstStyle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050" b="0">
                <a:solidFill>
                  <a:srgbClr val="F4F1E9"/>
                </a:solidFill>
                <a:latin typeface="Noto Sans SC SemiBold"/>
                <a:ea typeface="Noto Sans SC SemiBold"/>
                <a:cs typeface="Noto Sans SC SemiBold"/>
              </a:rPr>
              <a:t>理解</a:t>
            </a:r>
            <a:r>
              <a:rPr sz="4050" b="0">
                <a:solidFill>
                  <a:srgbClr val="F4F1E9"/>
                </a:solidFill>
                <a:latin typeface="Instrument Sans SemiBold"/>
                <a:ea typeface="Instrument Sans SemiBold"/>
                <a:cs typeface="Instrument Sans SemiBold"/>
              </a:rPr>
              <a:t> AI </a:t>
            </a:r>
            <a:r>
              <a:rPr sz="4050" b="0">
                <a:solidFill>
                  <a:srgbClr val="F4F1E9"/>
                </a:solidFill>
                <a:latin typeface="Noto Sans SC SemiBold"/>
                <a:ea typeface="Noto Sans SC SemiBold"/>
                <a:cs typeface="Noto Sans SC SemiBold"/>
              </a:rPr>
              <a:t>技术，也理解它带来的市场变化</a:t>
            </a:r>
          </a:p>
        </p:txBody>
      </p:sp>
      <p:sp>
        <p:nvSpPr>
          <p:cNvPr id="4" name="text-271">
            <a:extLst xmlns:a="http://schemas.openxmlformats.org/drawingml/2006/main">
              <a:ext uri="{FF2B5EF4-FFF2-40B4-BE49-F238E27FC236}">
                <a16:creationId xmlns:a16="http://schemas.microsoft.com/office/drawing/2014/main" id="{2E5DB438-66AB-49EA-910D-8CCE0B10F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52625"/>
            <a:ext cx="135636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  <a:lvl6pPr algn="l">
              <a:defRPr/>
            </a:lvl6pPr>
            <a:lvl7pPr algn="l">
              <a:defRPr/>
            </a:lvl7pPr>
            <a:lvl8pPr algn="l">
              <a:defRPr/>
            </a:lvl8pPr>
            <a:lvl9pPr algn="l">
              <a:defRPr/>
            </a:lvl9pPr>
          </a:lstStyle>
          <a:p xmlns:a="http://schemas.openxmlformats.org/drawingml/2006/main"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025" b="0">
                <a:solidFill>
                  <a:srgbClr val="D6D4CB"/>
                </a:solidFill>
                <a:latin typeface="Noto Sans SC"/>
                <a:ea typeface="Noto Sans SC"/>
                <a:cs typeface="Noto Sans SC"/>
              </a:rPr>
              <a:t>把对技术与市场的理解，转化为更灵活的营销判断与行动。</a:t>
            </a:r>
          </a:p>
        </p:txBody>
      </p:sp>
      <p:cxnSp>
        <p:nvCxnSpPr>
          <p:cNvPr id="5" name="connector-272">
            <a:extLst xmlns:a="http://schemas.openxmlformats.org/drawingml/2006/main">
              <a:ext uri="{FF2B5EF4-FFF2-40B4-BE49-F238E27FC236}">
                <a16:creationId xmlns:a16="http://schemas.microsoft.com/office/drawing/2014/main" id="{373154A6-B53E-436B-BCF2-507FBD642566}"/>
              </a:ext>
            </a:extLst>
          </p:cNvPr>
          <p:cNvCxnSpPr/>
          <p:nvPr/>
        </p:nvCxnSpPr>
        <p:spPr>
          <a:xfrm xmlns:a="http://schemas.openxmlformats.org/drawingml/2006/main">
            <a:off x="838200" y="7762875"/>
            <a:ext cx="135636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62625D"/>
            </a:solidFill>
            <a:prstDash val="solid"/>
          </a:ln>
        </p:spPr>
      </p:cxn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C33949-1926-451E-943D-14B1774F00B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b54e509e68e4444"/>
          <a:stretch xmlns:a="http://schemas.openxmlformats.org/drawingml/2006/main"/>
        </p:blipFill>
        <p:spPr>
          <a:xfrm xmlns:a="http://schemas.openxmlformats.org/drawingml/2006/main">
            <a:off x="838200" y="7981950"/>
            <a:ext cx="1714500" cy="453628"/>
          </a:xfrm>
          <a:prstGeom xmlns:a="http://schemas.openxmlformats.org/drawingml/2006/main" prst="rect">
            <a:avLst/>
          </a:prstGeom>
        </p:spPr>
      </p:pic>
      <p:sp>
        <p:nvSpPr>
          <p:cNvPr id="7" name="text-273">
            <a:extLst xmlns:a="http://schemas.openxmlformats.org/drawingml/2006/main">
              <a:ext uri="{FF2B5EF4-FFF2-40B4-BE49-F238E27FC236}">
                <a16:creationId xmlns:a16="http://schemas.microsoft.com/office/drawing/2014/main" id="{97D6B655-1A1B-4A55-98E4-B09BE2A34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92200" y="7991475"/>
            <a:ext cx="609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/>
            <a:lvl1pPr algn="r">
              <a:defRPr/>
            </a:lvl1pPr>
            <a:lvl2pPr algn="r">
              <a:defRPr/>
            </a:lvl2pPr>
            <a:lvl3pPr algn="r">
              <a:defRPr/>
            </a:lvl3pPr>
            <a:lvl4pPr algn="r">
              <a:defRPr/>
            </a:lvl4pPr>
            <a:lvl5pPr algn="r">
              <a:defRPr/>
            </a:lvl5pPr>
            <a:lvl6pPr algn="r">
              <a:defRPr/>
            </a:lvl6pPr>
            <a:lvl7pPr algn="r">
              <a:defRPr/>
            </a:lvl7pPr>
            <a:lvl8pPr algn="r">
              <a:defRPr/>
            </a:lvl8pPr>
            <a:lvl9pPr algn="r">
              <a:defRPr/>
            </a:lvl9pPr>
          </a:lstStyle>
          <a:p xmlns:a="http://schemas.openxmlformats.org/drawingml/2006/main"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 b="0">
                <a:solidFill>
                  <a:srgbClr val="D6D4CB"/>
                </a:solidFill>
                <a:latin typeface="Instrument Sans"/>
                <a:ea typeface="Instrument Sans"/>
                <a:cs typeface="Instrument Sans"/>
              </a:rPr>
              <a:t>13</a:t>
            </a:r>
          </a:p>
        </p:txBody>
      </p:sp>
      <p:sp>
        <p:nvSpPr>
          <p:cNvPr id="8" name="text-274">
            <a:extLst xmlns:a="http://schemas.openxmlformats.org/drawingml/2006/main">
              <a:ext uri="{FF2B5EF4-FFF2-40B4-BE49-F238E27FC236}">
                <a16:creationId xmlns:a16="http://schemas.microsoft.com/office/drawing/2014/main" id="{96F1BBA9-E5CC-4D6E-982B-91DD6C184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09900"/>
            <a:ext cx="38576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  <a:lvl6pPr algn="l">
              <a:defRPr/>
            </a:lvl6pPr>
            <a:lvl7pPr algn="l">
              <a:defRPr/>
            </a:lvl7pPr>
            <a:lvl8pPr algn="l">
              <a:defRPr/>
            </a:lvl8pPr>
            <a:lvl9pPr algn="l">
              <a:defRPr/>
            </a:lvl9pPr>
          </a:lstStyle>
          <a:p xmlns:a="http://schemas.openxmlformats.org/drawingml/2006/main"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225" b="0">
                <a:solidFill>
                  <a:srgbClr val="F4F1E9"/>
                </a:solidFill>
                <a:latin typeface="Noto Sans SC SemiBold"/>
                <a:ea typeface="Noto Sans SC SemiBold"/>
                <a:cs typeface="Noto Sans SC SemiBold"/>
              </a:rPr>
              <a:t>技术理解</a:t>
            </a:r>
          </a:p>
        </p:txBody>
      </p:sp>
      <p:sp>
        <p:nvSpPr>
          <p:cNvPr id="9" name="panel-275">
            <a:extLst xmlns:a="http://schemas.openxmlformats.org/drawingml/2006/main">
              <a:ext uri="{FF2B5EF4-FFF2-40B4-BE49-F238E27FC236}">
                <a16:creationId xmlns:a16="http://schemas.microsoft.com/office/drawing/2014/main" id="{E4C5F3CC-4A0C-4836-9377-8BE584E82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895725"/>
            <a:ext cx="5143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ext-276">
            <a:extLst xmlns:a="http://schemas.openxmlformats.org/drawingml/2006/main">
              <a:ext uri="{FF2B5EF4-FFF2-40B4-BE49-F238E27FC236}">
                <a16:creationId xmlns:a16="http://schemas.microsoft.com/office/drawing/2014/main" id="{94354500-A2A6-4F5A-83C7-E8FF0CD94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0675" y="3000375"/>
            <a:ext cx="90011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  <a:lvl6pPr algn="l">
              <a:defRPr/>
            </a:lvl6pPr>
            <a:lvl7pPr algn="l">
              <a:defRPr/>
            </a:lvl7pPr>
            <a:lvl8pPr algn="l">
              <a:defRPr/>
            </a:lvl8pPr>
            <a:lvl9pPr algn="l">
              <a:defRPr/>
            </a:lvl9pPr>
          </a:lstStyle>
          <a:p xmlns:a="http://schemas.openxmlformats.org/drawingml/2006/main"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0">
                <a:solidFill>
                  <a:srgbClr val="F4F1E9"/>
                </a:solidFill>
                <a:latin typeface="Noto Sans SC Medium"/>
                <a:ea typeface="Noto Sans SC Medium"/>
                <a:cs typeface="Noto Sans SC Medium"/>
              </a:rPr>
              <a:t>读懂科技产品的价值</a:t>
            </a:r>
          </a:p>
        </p:txBody>
      </p:sp>
      <p:sp>
        <p:nvSpPr>
          <p:cNvPr id="11" name="text-277">
            <a:extLst xmlns:a="http://schemas.openxmlformats.org/drawingml/2006/main">
              <a:ext uri="{FF2B5EF4-FFF2-40B4-BE49-F238E27FC236}">
                <a16:creationId xmlns:a16="http://schemas.microsoft.com/office/drawing/2014/main" id="{7B19AEB5-737E-432C-B65D-9B39256DE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0675" y="3590925"/>
            <a:ext cx="9001125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  <a:lvl6pPr algn="l">
              <a:defRPr/>
            </a:lvl6pPr>
            <a:lvl7pPr algn="l">
              <a:defRPr/>
            </a:lvl7pPr>
            <a:lvl8pPr algn="l">
              <a:defRPr/>
            </a:lvl8pPr>
            <a:lvl9pPr algn="l">
              <a:defRPr/>
            </a:lvl9pPr>
          </a:lstStyle>
          <a:p xmlns:a="http://schemas.openxmlformats.org/drawingml/2006/main"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100" b="0">
                <a:solidFill>
                  <a:srgbClr val="D6D4CB"/>
                </a:solidFill>
                <a:latin typeface="Noto Sans SC"/>
                <a:ea typeface="Noto Sans SC"/>
                <a:cs typeface="Noto Sans SC"/>
              </a:rPr>
              <a:t>理解科技公司的产品逻辑、目标与需求，把技术能力转化为用户能够理</a:t>
            </a:r>
          </a:p>
          <a:p xmlns:a="http://schemas.openxmlformats.org/drawingml/2006/main"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100" b="0">
                <a:solidFill>
                  <a:srgbClr val="D6D4CB"/>
                </a:solidFill>
                <a:latin typeface="Noto Sans SC"/>
                <a:ea typeface="Noto Sans SC"/>
                <a:cs typeface="Noto Sans SC"/>
              </a:rPr>
              <a:t>解的价值和场景。</a:t>
            </a:r>
          </a:p>
        </p:txBody>
      </p:sp>
      <p:sp>
        <p:nvSpPr>
          <p:cNvPr id="12" name="text-278">
            <a:extLst xmlns:a="http://schemas.openxmlformats.org/drawingml/2006/main">
              <a:ext uri="{FF2B5EF4-FFF2-40B4-BE49-F238E27FC236}">
                <a16:creationId xmlns:a16="http://schemas.microsoft.com/office/drawing/2014/main" id="{7AC0E407-B25D-4745-9459-9F6F5EC68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05325"/>
            <a:ext cx="38576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  <a:lvl6pPr algn="l">
              <a:defRPr/>
            </a:lvl6pPr>
            <a:lvl7pPr algn="l">
              <a:defRPr/>
            </a:lvl7pPr>
            <a:lvl8pPr algn="l">
              <a:defRPr/>
            </a:lvl8pPr>
            <a:lvl9pPr algn="l">
              <a:defRPr/>
            </a:lvl9pPr>
          </a:lstStyle>
          <a:p xmlns:a="http://schemas.openxmlformats.org/drawingml/2006/main"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225" b="0">
                <a:solidFill>
                  <a:srgbClr val="F4F1E9"/>
                </a:solidFill>
                <a:latin typeface="Noto Sans SC SemiBold"/>
                <a:ea typeface="Noto Sans SC SemiBold"/>
                <a:cs typeface="Noto Sans SC SemiBold"/>
              </a:rPr>
              <a:t>市场判断</a:t>
            </a:r>
          </a:p>
        </p:txBody>
      </p:sp>
      <p:sp>
        <p:nvSpPr>
          <p:cNvPr id="13" name="panel-279">
            <a:extLst xmlns:a="http://schemas.openxmlformats.org/drawingml/2006/main">
              <a:ext uri="{FF2B5EF4-FFF2-40B4-BE49-F238E27FC236}">
                <a16:creationId xmlns:a16="http://schemas.microsoft.com/office/drawing/2014/main" id="{C618F906-8BE9-46CA-8F8D-25F0EB02B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391150"/>
            <a:ext cx="5143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text-280">
            <a:extLst xmlns:a="http://schemas.openxmlformats.org/drawingml/2006/main">
              <a:ext uri="{FF2B5EF4-FFF2-40B4-BE49-F238E27FC236}">
                <a16:creationId xmlns:a16="http://schemas.microsoft.com/office/drawing/2014/main" id="{A8B155B1-3A8B-4A14-B1A7-75C8F3882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0675" y="4495800"/>
            <a:ext cx="90011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  <a:lvl6pPr algn="l">
              <a:defRPr/>
            </a:lvl6pPr>
            <a:lvl7pPr algn="l">
              <a:defRPr/>
            </a:lvl7pPr>
            <a:lvl8pPr algn="l">
              <a:defRPr/>
            </a:lvl8pPr>
            <a:lvl9pPr algn="l">
              <a:defRPr/>
            </a:lvl9pPr>
          </a:lstStyle>
          <a:p xmlns:a="http://schemas.openxmlformats.org/drawingml/2006/main"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0">
                <a:solidFill>
                  <a:srgbClr val="F4F1E9"/>
                </a:solidFill>
                <a:latin typeface="Noto Sans SC Medium"/>
                <a:ea typeface="Noto Sans SC Medium"/>
                <a:cs typeface="Noto Sans SC Medium"/>
              </a:rPr>
              <a:t>跟随市场与渠道变化</a:t>
            </a:r>
          </a:p>
        </p:txBody>
      </p:sp>
      <p:sp>
        <p:nvSpPr>
          <p:cNvPr id="15" name="text-281">
            <a:extLst xmlns:a="http://schemas.openxmlformats.org/drawingml/2006/main">
              <a:ext uri="{FF2B5EF4-FFF2-40B4-BE49-F238E27FC236}">
                <a16:creationId xmlns:a16="http://schemas.microsoft.com/office/drawing/2014/main" id="{3999DC58-94B4-444D-BED8-BFB7AF67F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0675" y="5086350"/>
            <a:ext cx="9001125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  <a:lvl6pPr algn="l">
              <a:defRPr/>
            </a:lvl6pPr>
            <a:lvl7pPr algn="l">
              <a:defRPr/>
            </a:lvl7pPr>
            <a:lvl8pPr algn="l">
              <a:defRPr/>
            </a:lvl8pPr>
            <a:lvl9pPr algn="l">
              <a:defRPr/>
            </a:lvl9pPr>
          </a:lstStyle>
          <a:p xmlns:a="http://schemas.openxmlformats.org/drawingml/2006/main"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100" b="0">
                <a:solidFill>
                  <a:srgbClr val="D6D4CB"/>
                </a:solidFill>
                <a:latin typeface="Noto Sans SC"/>
                <a:ea typeface="Noto Sans SC"/>
                <a:cs typeface="Noto Sans SC"/>
              </a:rPr>
              <a:t>关注</a:t>
            </a:r>
            <a:r>
              <a:rPr sz="2100" b="0">
                <a:solidFill>
                  <a:srgbClr val="D6D4CB"/>
                </a:solidFill>
                <a:latin typeface="Instrument Sans"/>
                <a:ea typeface="Instrument Sans"/>
                <a:cs typeface="Instrument Sans"/>
              </a:rPr>
              <a:t> AI </a:t>
            </a:r>
            <a:r>
              <a:rPr sz="2100" b="0">
                <a:solidFill>
                  <a:srgbClr val="D6D4CB"/>
                </a:solidFill>
                <a:latin typeface="Noto Sans SC"/>
                <a:ea typeface="Noto Sans SC"/>
                <a:cs typeface="Noto Sans SC"/>
              </a:rPr>
              <a:t>对信息发现、内容传播和用户决策的影响，持续调整策略与</a:t>
            </a:r>
          </a:p>
          <a:p xmlns:a="http://schemas.openxmlformats.org/drawingml/2006/main"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100" b="0">
                <a:solidFill>
                  <a:srgbClr val="D6D4CB"/>
                </a:solidFill>
                <a:latin typeface="Noto Sans SC"/>
                <a:ea typeface="Noto Sans SC"/>
                <a:cs typeface="Noto Sans SC"/>
              </a:rPr>
              <a:t>渠道选择。</a:t>
            </a:r>
          </a:p>
        </p:txBody>
      </p:sp>
      <p:sp>
        <p:nvSpPr>
          <p:cNvPr id="16" name="text-282">
            <a:extLst xmlns:a="http://schemas.openxmlformats.org/drawingml/2006/main">
              <a:ext uri="{FF2B5EF4-FFF2-40B4-BE49-F238E27FC236}">
                <a16:creationId xmlns:a16="http://schemas.microsoft.com/office/drawing/2014/main" id="{0E1089A7-1AA0-4483-9757-0C40683C8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000750"/>
            <a:ext cx="38576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  <a:lvl6pPr algn="l">
              <a:defRPr/>
            </a:lvl6pPr>
            <a:lvl7pPr algn="l">
              <a:defRPr/>
            </a:lvl7pPr>
            <a:lvl8pPr algn="l">
              <a:defRPr/>
            </a:lvl8pPr>
            <a:lvl9pPr algn="l">
              <a:defRPr/>
            </a:lvl9pPr>
          </a:lstStyle>
          <a:p xmlns:a="http://schemas.openxmlformats.org/drawingml/2006/main"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225" b="0">
                <a:solidFill>
                  <a:srgbClr val="F4F1E9"/>
                </a:solidFill>
                <a:latin typeface="Noto Sans SC SemiBold"/>
                <a:ea typeface="Noto Sans SC SemiBold"/>
                <a:cs typeface="Noto Sans SC SemiBold"/>
              </a:rPr>
              <a:t>快速适应</a:t>
            </a:r>
          </a:p>
        </p:txBody>
      </p:sp>
      <p:sp>
        <p:nvSpPr>
          <p:cNvPr id="17" name="panel-283">
            <a:extLst xmlns:a="http://schemas.openxmlformats.org/drawingml/2006/main">
              <a:ext uri="{FF2B5EF4-FFF2-40B4-BE49-F238E27FC236}">
                <a16:creationId xmlns:a16="http://schemas.microsoft.com/office/drawing/2014/main" id="{E9DEE408-B713-49D6-BF06-A9D07856B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886575"/>
            <a:ext cx="5143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-284">
            <a:extLst xmlns:a="http://schemas.openxmlformats.org/drawingml/2006/main">
              <a:ext uri="{FF2B5EF4-FFF2-40B4-BE49-F238E27FC236}">
                <a16:creationId xmlns:a16="http://schemas.microsoft.com/office/drawing/2014/main" id="{14B7C30B-9F8E-4FCB-9796-2CB0746C3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0675" y="5991225"/>
            <a:ext cx="90011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  <a:lvl6pPr algn="l">
              <a:defRPr/>
            </a:lvl6pPr>
            <a:lvl7pPr algn="l">
              <a:defRPr/>
            </a:lvl7pPr>
            <a:lvl8pPr algn="l">
              <a:defRPr/>
            </a:lvl8pPr>
            <a:lvl9pPr algn="l">
              <a:defRPr/>
            </a:lvl9pPr>
          </a:lstStyle>
          <a:p xmlns:a="http://schemas.openxmlformats.org/drawingml/2006/main"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0">
                <a:solidFill>
                  <a:srgbClr val="F4F1E9"/>
                </a:solidFill>
                <a:latin typeface="Noto Sans SC Medium"/>
                <a:ea typeface="Noto Sans SC Medium"/>
                <a:cs typeface="Noto Sans SC Medium"/>
              </a:rPr>
              <a:t>更灵活地推进探索</a:t>
            </a:r>
          </a:p>
        </p:txBody>
      </p:sp>
      <p:sp>
        <p:nvSpPr>
          <p:cNvPr id="19" name="text-285">
            <a:extLst xmlns:a="http://schemas.openxmlformats.org/drawingml/2006/main">
              <a:ext uri="{FF2B5EF4-FFF2-40B4-BE49-F238E27FC236}">
                <a16:creationId xmlns:a16="http://schemas.microsoft.com/office/drawing/2014/main" id="{9A3E09CC-643A-45FF-BAC1-D217227BD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0675" y="6581775"/>
            <a:ext cx="9001125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  <a:lvl6pPr algn="l">
              <a:defRPr/>
            </a:lvl6pPr>
            <a:lvl7pPr algn="l">
              <a:defRPr/>
            </a:lvl7pPr>
            <a:lvl8pPr algn="l">
              <a:defRPr/>
            </a:lvl8pPr>
            <a:lvl9pPr algn="l">
              <a:defRPr/>
            </a:lvl9pPr>
          </a:lstStyle>
          <a:p xmlns:a="http://schemas.openxmlformats.org/drawingml/2006/main"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100" b="0">
                <a:solidFill>
                  <a:srgbClr val="D6D4CB"/>
                </a:solidFill>
                <a:latin typeface="Noto Sans SC"/>
                <a:ea typeface="Noto Sans SC"/>
                <a:cs typeface="Noto Sans SC"/>
              </a:rPr>
              <a:t>依托内部</a:t>
            </a:r>
            <a:r>
              <a:rPr sz="2100" b="0">
                <a:solidFill>
                  <a:srgbClr val="D6D4CB"/>
                </a:solidFill>
                <a:latin typeface="Instrument Sans"/>
                <a:ea typeface="Instrument Sans"/>
                <a:cs typeface="Instrument Sans"/>
              </a:rPr>
              <a:t> AI </a:t>
            </a:r>
            <a:r>
              <a:rPr sz="2100" b="0">
                <a:solidFill>
                  <a:srgbClr val="D6D4CB"/>
                </a:solidFill>
                <a:latin typeface="Noto Sans SC"/>
                <a:ea typeface="Noto Sans SC"/>
                <a:cs typeface="Noto Sans SC"/>
              </a:rPr>
              <a:t>执行体系衔接研究、创意与反馈，更快组织尝试，并据此调</a:t>
            </a:r>
          </a:p>
          <a:p xmlns:a="http://schemas.openxmlformats.org/drawingml/2006/main"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100" b="0">
                <a:solidFill>
                  <a:srgbClr val="D6D4CB"/>
                </a:solidFill>
                <a:latin typeface="Noto Sans SC"/>
                <a:ea typeface="Noto Sans SC"/>
                <a:cs typeface="Noto Sans SC"/>
              </a:rPr>
              <a:t>整下一轮行动。</a:t>
            </a:r>
          </a:p>
        </p:txBody>
      </p:sp>
    </p:spTree>
    <p:extLst>
      <p:ext uri="{BB962C8B-B14F-4D97-AF65-F5344CB8AC3E}">
        <p14:creationId xmlns:p14="http://schemas.microsoft.com/office/powerpoint/2010/main" val="960466003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4F1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panel-286">
            <a:extLst xmlns:a="http://schemas.openxmlformats.org/drawingml/2006/main">
              <a:ext uri="{FF2B5EF4-FFF2-40B4-BE49-F238E27FC236}">
                <a16:creationId xmlns:a16="http://schemas.microsoft.com/office/drawing/2014/main" id="{61F0C3F7-1324-41A8-990A-FE1D5E423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33400"/>
            <a:ext cx="3619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ext-287">
            <a:extLst xmlns:a="http://schemas.openxmlformats.org/drawingml/2006/main">
              <a:ext uri="{FF2B5EF4-FFF2-40B4-BE49-F238E27FC236}">
                <a16:creationId xmlns:a16="http://schemas.microsoft.com/office/drawing/2014/main" id="{76A114B4-7825-4E49-9E86-E4D624A27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00050"/>
            <a:ext cx="11430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  <a:lvl6pPr algn="l">
              <a:defRPr/>
            </a:lvl6pPr>
            <a:lvl7pPr algn="l">
              <a:defRPr/>
            </a:lvl7pPr>
            <a:lvl8pPr algn="l">
              <a:defRPr/>
            </a:lvl8pPr>
            <a:lvl9pPr algn="l">
              <a:defRPr/>
            </a:lvl9pPr>
          </a:lstStyle>
          <a:p xmlns:a="http://schemas.openxmlformats.org/drawingml/2006/main"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0">
                <a:solidFill>
                  <a:srgbClr val="62625D"/>
                </a:solidFill>
                <a:latin typeface="Noto Sans SC"/>
                <a:ea typeface="Noto Sans SC"/>
                <a:cs typeface="Noto Sans SC"/>
              </a:rPr>
              <a:t>谁来为客户负责</a:t>
            </a:r>
          </a:p>
        </p:txBody>
      </p:sp>
      <p:sp>
        <p:nvSpPr>
          <p:cNvPr id="3" name="title-288">
            <a:extLst xmlns:a="http://schemas.openxmlformats.org/drawingml/2006/main">
              <a:ext uri="{FF2B5EF4-FFF2-40B4-BE49-F238E27FC236}">
                <a16:creationId xmlns:a16="http://schemas.microsoft.com/office/drawing/2014/main" id="{6657C74C-5F83-4720-AB04-ADB640980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000125"/>
            <a:ext cx="135636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  <a:lvl6pPr algn="l">
              <a:defRPr/>
            </a:lvl6pPr>
            <a:lvl7pPr algn="l">
              <a:defRPr/>
            </a:lvl7pPr>
            <a:lvl8pPr algn="l">
              <a:defRPr/>
            </a:lvl8pPr>
            <a:lvl9pPr algn="l">
              <a:defRPr/>
            </a:lvl9pPr>
          </a:lstStyle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050" b="0">
                <a:solidFill>
                  <a:srgbClr val="111111"/>
                </a:solidFill>
                <a:latin typeface="Noto Sans SC SemiBold"/>
                <a:ea typeface="Noto Sans SC SemiBold"/>
                <a:cs typeface="Noto Sans SC SemiBold"/>
              </a:rPr>
              <a:t>一个合作入口，由</a:t>
            </a:r>
            <a:r>
              <a:rPr sz="4050" b="0">
                <a:solidFill>
                  <a:srgbClr val="111111"/>
                </a:solidFill>
                <a:latin typeface="Instrument Sans SemiBold"/>
                <a:ea typeface="Instrument Sans SemiBold"/>
                <a:cs typeface="Instrument Sans SemiBold"/>
              </a:rPr>
              <a:t> Outrise </a:t>
            </a:r>
            <a:r>
              <a:rPr sz="4050" b="0">
                <a:solidFill>
                  <a:srgbClr val="111111"/>
                </a:solidFill>
                <a:latin typeface="Noto Sans SC SemiBold"/>
                <a:ea typeface="Noto Sans SC SemiBold"/>
                <a:cs typeface="Noto Sans SC SemiBold"/>
              </a:rPr>
              <a:t>统一负责</a:t>
            </a:r>
          </a:p>
        </p:txBody>
      </p:sp>
      <p:sp>
        <p:nvSpPr>
          <p:cNvPr id="4" name="text-289">
            <a:extLst xmlns:a="http://schemas.openxmlformats.org/drawingml/2006/main">
              <a:ext uri="{FF2B5EF4-FFF2-40B4-BE49-F238E27FC236}">
                <a16:creationId xmlns:a16="http://schemas.microsoft.com/office/drawing/2014/main" id="{5EA7B99F-C5B6-42F9-8626-A32141289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52625"/>
            <a:ext cx="135636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  <a:lvl6pPr algn="l">
              <a:defRPr/>
            </a:lvl6pPr>
            <a:lvl7pPr algn="l">
              <a:defRPr/>
            </a:lvl7pPr>
            <a:lvl8pPr algn="l">
              <a:defRPr/>
            </a:lvl8pPr>
            <a:lvl9pPr algn="l">
              <a:defRPr/>
            </a:lvl9pPr>
          </a:lstStyle>
          <a:p xmlns:a="http://schemas.openxmlformats.org/drawingml/2006/main"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025" b="0">
                <a:solidFill>
                  <a:srgbClr val="62625D"/>
                </a:solidFill>
                <a:latin typeface="Noto Sans SC"/>
                <a:ea typeface="Noto Sans SC"/>
                <a:cs typeface="Noto Sans SC"/>
              </a:rPr>
              <a:t>在约定合作范围内，我们统筹策略、进度、质量与专业伙伴，对整体合作交付负责并背书。</a:t>
            </a:r>
          </a:p>
        </p:txBody>
      </p:sp>
      <p:cxnSp>
        <p:nvCxnSpPr>
          <p:cNvPr id="5" name="connector-290">
            <a:extLst xmlns:a="http://schemas.openxmlformats.org/drawingml/2006/main">
              <a:ext uri="{FF2B5EF4-FFF2-40B4-BE49-F238E27FC236}">
                <a16:creationId xmlns:a16="http://schemas.microsoft.com/office/drawing/2014/main" id="{D182E063-F52E-46FD-AB62-C0DDC2A1C0CE}"/>
              </a:ext>
            </a:extLst>
          </p:cNvPr>
          <p:cNvCxnSpPr/>
          <p:nvPr/>
        </p:nvCxnSpPr>
        <p:spPr>
          <a:xfrm xmlns:a="http://schemas.openxmlformats.org/drawingml/2006/main">
            <a:off x="838200" y="7762875"/>
            <a:ext cx="135636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6D4CB"/>
            </a:solidFill>
            <a:prstDash val="solid"/>
          </a:ln>
        </p:spPr>
      </p:cxn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6F31A98-8878-43F4-A2DC-CF1DB326A4F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53a5c8417a843c4"/>
          <a:stretch xmlns:a="http://schemas.openxmlformats.org/drawingml/2006/main"/>
        </p:blipFill>
        <p:spPr>
          <a:xfrm xmlns:a="http://schemas.openxmlformats.org/drawingml/2006/main">
            <a:off x="838200" y="7981950"/>
            <a:ext cx="1714500" cy="453628"/>
          </a:xfrm>
          <a:prstGeom xmlns:a="http://schemas.openxmlformats.org/drawingml/2006/main" prst="rect">
            <a:avLst/>
          </a:prstGeom>
        </p:spPr>
      </p:pic>
      <p:sp>
        <p:nvSpPr>
          <p:cNvPr id="7" name="text-291">
            <a:extLst xmlns:a="http://schemas.openxmlformats.org/drawingml/2006/main">
              <a:ext uri="{FF2B5EF4-FFF2-40B4-BE49-F238E27FC236}">
                <a16:creationId xmlns:a16="http://schemas.microsoft.com/office/drawing/2014/main" id="{BE70FABD-17AA-4513-B138-076125027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92200" y="7991475"/>
            <a:ext cx="609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/>
            <a:lvl1pPr algn="r">
              <a:defRPr/>
            </a:lvl1pPr>
            <a:lvl2pPr algn="r">
              <a:defRPr/>
            </a:lvl2pPr>
            <a:lvl3pPr algn="r">
              <a:defRPr/>
            </a:lvl3pPr>
            <a:lvl4pPr algn="r">
              <a:defRPr/>
            </a:lvl4pPr>
            <a:lvl5pPr algn="r">
              <a:defRPr/>
            </a:lvl5pPr>
            <a:lvl6pPr algn="r">
              <a:defRPr/>
            </a:lvl6pPr>
            <a:lvl7pPr algn="r">
              <a:defRPr/>
            </a:lvl7pPr>
            <a:lvl8pPr algn="r">
              <a:defRPr/>
            </a:lvl8pPr>
            <a:lvl9pPr algn="r">
              <a:defRPr/>
            </a:lvl9pPr>
          </a:lstStyle>
          <a:p xmlns:a="http://schemas.openxmlformats.org/drawingml/2006/main"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 b="0">
                <a:solidFill>
                  <a:srgbClr val="62625D"/>
                </a:solidFill>
                <a:latin typeface="Instrument Sans"/>
                <a:ea typeface="Instrument Sans"/>
                <a:cs typeface="Instrument Sans"/>
              </a:rPr>
              <a:t>14</a:t>
            </a:r>
          </a:p>
        </p:txBody>
      </p:sp>
      <p:sp>
        <p:nvSpPr>
          <p:cNvPr id="8" name="text-292">
            <a:extLst xmlns:a="http://schemas.openxmlformats.org/drawingml/2006/main">
              <a:ext uri="{FF2B5EF4-FFF2-40B4-BE49-F238E27FC236}">
                <a16:creationId xmlns:a16="http://schemas.microsoft.com/office/drawing/2014/main" id="{1D636DC9-3952-4C67-AA4D-1AA3E22CB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886075"/>
            <a:ext cx="276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/>
            <a:lvl1pPr algn="ctr">
              <a:defRPr/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  <a:lvl6pPr algn="ctr">
              <a:defRPr/>
            </a:lvl6pPr>
            <a:lvl7pPr algn="ctr">
              <a:defRPr/>
            </a:lvl7pPr>
            <a:lvl8pPr algn="ctr">
              <a:defRPr/>
            </a:lvl8pPr>
            <a:lvl9pPr algn="ctr">
              <a:defRPr/>
            </a:lvl9pPr>
          </a:lstStyle>
          <a:p xmlns:a="http://schemas.openxmlformats.org/drawingml/2006/main"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250" b="0">
                <a:solidFill>
                  <a:srgbClr val="111111"/>
                </a:solidFill>
                <a:latin typeface="Noto Sans SC Medium"/>
                <a:ea typeface="Noto Sans SC Medium"/>
                <a:cs typeface="Noto Sans SC Medium"/>
              </a:rPr>
              <a:t>客户</a:t>
            </a:r>
          </a:p>
        </p:txBody>
      </p:sp>
      <p:cxnSp>
        <p:nvCxnSpPr>
          <p:cNvPr id="9" name="connector-293">
            <a:extLst xmlns:a="http://schemas.openxmlformats.org/drawingml/2006/main">
              <a:ext uri="{FF2B5EF4-FFF2-40B4-BE49-F238E27FC236}">
                <a16:creationId xmlns:a16="http://schemas.microsoft.com/office/drawing/2014/main" id="{33F794C7-4103-4B9C-A0BF-03D8A4060F7C}"/>
              </a:ext>
            </a:extLst>
          </p:cNvPr>
          <p:cNvCxnSpPr/>
          <p:nvPr/>
        </p:nvCxnSpPr>
        <p:spPr>
          <a:xfrm xmlns:a="http://schemas.openxmlformats.org/drawingml/2006/main">
            <a:off x="7620000" y="3371850"/>
            <a:ext cx="0" cy="2952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4FF"/>
            </a:solidFill>
            <a:prstDash val="solid"/>
            <a:tailEnd type="triangle" w="sm" len="sm"/>
          </a:ln>
        </p:spPr>
      </p:cxnSp>
      <p:sp>
        <p:nvSpPr>
          <p:cNvPr id="10" name="panel-294">
            <a:extLst xmlns:a="http://schemas.openxmlformats.org/drawingml/2006/main">
              <a:ext uri="{FF2B5EF4-FFF2-40B4-BE49-F238E27FC236}">
                <a16:creationId xmlns:a16="http://schemas.microsoft.com/office/drawing/2014/main" id="{F93938FA-6116-4710-883B-288C9FBC1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743325"/>
            <a:ext cx="7048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ext-295">
            <a:extLst xmlns:a="http://schemas.openxmlformats.org/drawingml/2006/main">
              <a:ext uri="{FF2B5EF4-FFF2-40B4-BE49-F238E27FC236}">
                <a16:creationId xmlns:a16="http://schemas.microsoft.com/office/drawing/2014/main" id="{3C0BC697-F038-4A9D-9791-79C941A0E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895725"/>
            <a:ext cx="65913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/>
            <a:lvl1pPr algn="ctr">
              <a:defRPr/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  <a:lvl6pPr algn="ctr">
              <a:defRPr/>
            </a:lvl6pPr>
            <a:lvl7pPr algn="ctr">
              <a:defRPr/>
            </a:lvl7pPr>
            <a:lvl8pPr algn="ctr">
              <a:defRPr/>
            </a:lvl8pPr>
            <a:lvl9pPr algn="ctr">
              <a:defRPr/>
            </a:lvl9pPr>
          </a:lstStyle>
          <a:p xmlns:a="http://schemas.openxmlformats.org/drawingml/2006/main"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75" b="0">
                <a:solidFill>
                  <a:srgbClr val="F4F1E9"/>
                </a:solidFill>
                <a:latin typeface="Instrument Sans Medium"/>
                <a:ea typeface="Instrument Sans Medium"/>
                <a:cs typeface="Instrument Sans Medium"/>
              </a:rPr>
              <a:t>Outrise </a:t>
            </a:r>
            <a:r>
              <a:rPr sz="2475" b="0">
                <a:solidFill>
                  <a:srgbClr val="F4F1E9"/>
                </a:solidFill>
                <a:latin typeface="Noto Sans SC Medium"/>
                <a:ea typeface="Noto Sans SC Medium"/>
                <a:cs typeface="Noto Sans SC Medium"/>
              </a:rPr>
              <a:t>统一负责与背书</a:t>
            </a:r>
          </a:p>
        </p:txBody>
      </p:sp>
      <p:cxnSp>
        <p:nvCxnSpPr>
          <p:cNvPr id="12" name="connector-296">
            <a:extLst xmlns:a="http://schemas.openxmlformats.org/drawingml/2006/main">
              <a:ext uri="{FF2B5EF4-FFF2-40B4-BE49-F238E27FC236}">
                <a16:creationId xmlns:a16="http://schemas.microsoft.com/office/drawing/2014/main" id="{443F5CF8-58BA-4CDE-8C6D-822B46940851}"/>
              </a:ext>
            </a:extLst>
          </p:cNvPr>
          <p:cNvCxnSpPr/>
          <p:nvPr/>
        </p:nvCxnSpPr>
        <p:spPr>
          <a:xfrm xmlns:a="http://schemas.openxmlformats.org/drawingml/2006/main">
            <a:off x="7620000" y="4486275"/>
            <a:ext cx="0" cy="4000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4FF"/>
            </a:solidFill>
            <a:prstDash val="solid"/>
          </a:ln>
        </p:spPr>
      </p:cxnSp>
      <p:cxnSp>
        <p:nvCxnSpPr>
          <p:cNvPr id="13" name="connector-297">
            <a:extLst xmlns:a="http://schemas.openxmlformats.org/drawingml/2006/main">
              <a:ext uri="{FF2B5EF4-FFF2-40B4-BE49-F238E27FC236}">
                <a16:creationId xmlns:a16="http://schemas.microsoft.com/office/drawing/2014/main" id="{AB932F82-A8BD-4F09-BF6C-3B167659E99F}"/>
              </a:ext>
            </a:extLst>
          </p:cNvPr>
          <p:cNvCxnSpPr/>
          <p:nvPr/>
        </p:nvCxnSpPr>
        <p:spPr>
          <a:xfrm xmlns:a="http://schemas.openxmlformats.org/drawingml/2006/main">
            <a:off x="2390775" y="4886325"/>
            <a:ext cx="1045845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D6D4CB"/>
            </a:solidFill>
            <a:prstDash val="solid"/>
          </a:ln>
        </p:spPr>
      </p:cxnSp>
      <p:cxnSp>
        <p:nvCxnSpPr>
          <p:cNvPr id="14" name="connector-298">
            <a:extLst xmlns:a="http://schemas.openxmlformats.org/drawingml/2006/main">
              <a:ext uri="{FF2B5EF4-FFF2-40B4-BE49-F238E27FC236}">
                <a16:creationId xmlns:a16="http://schemas.microsoft.com/office/drawing/2014/main" id="{7CABE137-F390-486A-9FA3-E78BE6B7F01F}"/>
              </a:ext>
            </a:extLst>
          </p:cNvPr>
          <p:cNvCxnSpPr/>
          <p:nvPr/>
        </p:nvCxnSpPr>
        <p:spPr>
          <a:xfrm xmlns:a="http://schemas.openxmlformats.org/drawingml/2006/main">
            <a:off x="2390775" y="4886325"/>
            <a:ext cx="0" cy="371475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D6D4CB"/>
            </a:solidFill>
            <a:prstDash val="solid"/>
          </a:ln>
        </p:spPr>
      </p:cxnSp>
      <p:sp>
        <p:nvSpPr>
          <p:cNvPr id="15" name="text-299">
            <a:extLst xmlns:a="http://schemas.openxmlformats.org/drawingml/2006/main">
              <a:ext uri="{FF2B5EF4-FFF2-40B4-BE49-F238E27FC236}">
                <a16:creationId xmlns:a16="http://schemas.microsoft.com/office/drawing/2014/main" id="{53E7A018-87C7-49AA-9D7D-837F2A6AB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429250"/>
            <a:ext cx="31051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  <a:lvl6pPr algn="l">
              <a:defRPr/>
            </a:lvl6pPr>
            <a:lvl7pPr algn="l">
              <a:defRPr/>
            </a:lvl7pPr>
            <a:lvl8pPr algn="l">
              <a:defRPr/>
            </a:lvl8pPr>
            <a:lvl9pPr algn="l">
              <a:defRPr/>
            </a:lvl9pPr>
          </a:lstStyle>
          <a:p xmlns:a="http://schemas.openxmlformats.org/drawingml/2006/main"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25" b="0">
                <a:solidFill>
                  <a:srgbClr val="111111"/>
                </a:solidFill>
                <a:latin typeface="Noto Sans SC Medium"/>
                <a:ea typeface="Noto Sans SC Medium"/>
                <a:cs typeface="Noto Sans SC Medium"/>
              </a:rPr>
              <a:t>策略与决策</a:t>
            </a:r>
          </a:p>
        </p:txBody>
      </p:sp>
      <p:sp>
        <p:nvSpPr>
          <p:cNvPr id="16" name="text-300">
            <a:extLst xmlns:a="http://schemas.openxmlformats.org/drawingml/2006/main">
              <a:ext uri="{FF2B5EF4-FFF2-40B4-BE49-F238E27FC236}">
                <a16:creationId xmlns:a16="http://schemas.microsoft.com/office/drawing/2014/main" id="{F2B5EB8B-17F3-4F60-B6EC-8953162F7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105525"/>
            <a:ext cx="3105150" cy="1343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  <a:lvl6pPr algn="l">
              <a:defRPr/>
            </a:lvl6pPr>
            <a:lvl7pPr algn="l">
              <a:defRPr/>
            </a:lvl7pPr>
            <a:lvl8pPr algn="l">
              <a:defRPr/>
            </a:lvl8pPr>
            <a:lvl9pPr algn="l">
              <a:defRPr/>
            </a:lvl9pPr>
          </a:lstStyle>
          <a:p xmlns:a="http://schemas.openxmlformats.org/drawingml/2006/main"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025" b="0">
                <a:solidFill>
                  <a:srgbClr val="111111"/>
                </a:solidFill>
                <a:latin typeface="Noto Sans SC"/>
                <a:ea typeface="Noto Sans SC"/>
                <a:cs typeface="Noto Sans SC"/>
              </a:rPr>
              <a:t>理解业务，提出判断，</a:t>
            </a:r>
          </a:p>
          <a:p xmlns:a="http://schemas.openxmlformats.org/drawingml/2006/main"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025" b="0">
                <a:solidFill>
                  <a:srgbClr val="111111"/>
                </a:solidFill>
                <a:latin typeface="Noto Sans SC"/>
                <a:ea typeface="Noto Sans SC"/>
                <a:cs typeface="Noto Sans SC"/>
              </a:rPr>
              <a:t>制定方向与阶段规划。</a:t>
            </a:r>
          </a:p>
        </p:txBody>
      </p:sp>
      <p:cxnSp>
        <p:nvCxnSpPr>
          <p:cNvPr id="17" name="connector-301">
            <a:extLst xmlns:a="http://schemas.openxmlformats.org/drawingml/2006/main">
              <a:ext uri="{FF2B5EF4-FFF2-40B4-BE49-F238E27FC236}">
                <a16:creationId xmlns:a16="http://schemas.microsoft.com/office/drawing/2014/main" id="{E2B58B18-64D3-49D3-823F-72159319942D}"/>
              </a:ext>
            </a:extLst>
          </p:cNvPr>
          <p:cNvCxnSpPr/>
          <p:nvPr/>
        </p:nvCxnSpPr>
        <p:spPr>
          <a:xfrm xmlns:a="http://schemas.openxmlformats.org/drawingml/2006/main">
            <a:off x="5876925" y="4886325"/>
            <a:ext cx="0" cy="371475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D6D4CB"/>
            </a:solidFill>
            <a:prstDash val="solid"/>
          </a:ln>
        </p:spPr>
      </p:cxnSp>
      <p:sp>
        <p:nvSpPr>
          <p:cNvPr id="18" name="text-302">
            <a:extLst xmlns:a="http://schemas.openxmlformats.org/drawingml/2006/main">
              <a:ext uri="{FF2B5EF4-FFF2-40B4-BE49-F238E27FC236}">
                <a16:creationId xmlns:a16="http://schemas.microsoft.com/office/drawing/2014/main" id="{DAC945D5-80A0-48DB-BC72-54CFBAD82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5429250"/>
            <a:ext cx="31051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  <a:lvl6pPr algn="l">
              <a:defRPr/>
            </a:lvl6pPr>
            <a:lvl7pPr algn="l">
              <a:defRPr/>
            </a:lvl7pPr>
            <a:lvl8pPr algn="l">
              <a:defRPr/>
            </a:lvl8pPr>
            <a:lvl9pPr algn="l">
              <a:defRPr/>
            </a:lvl9pPr>
          </a:lstStyle>
          <a:p xmlns:a="http://schemas.openxmlformats.org/drawingml/2006/main"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25" b="0">
                <a:solidFill>
                  <a:srgbClr val="111111"/>
                </a:solidFill>
                <a:latin typeface="Noto Sans SC Medium"/>
                <a:ea typeface="Noto Sans SC Medium"/>
                <a:cs typeface="Noto Sans SC Medium"/>
              </a:rPr>
              <a:t>项目统筹</a:t>
            </a:r>
          </a:p>
        </p:txBody>
      </p:sp>
      <p:sp>
        <p:nvSpPr>
          <p:cNvPr id="19" name="text-303">
            <a:extLst xmlns:a="http://schemas.openxmlformats.org/drawingml/2006/main">
              <a:ext uri="{FF2B5EF4-FFF2-40B4-BE49-F238E27FC236}">
                <a16:creationId xmlns:a16="http://schemas.microsoft.com/office/drawing/2014/main" id="{4FE690F7-52D8-4399-9D09-A04ACF47F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6105525"/>
            <a:ext cx="3105150" cy="1343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  <a:lvl6pPr algn="l">
              <a:defRPr/>
            </a:lvl6pPr>
            <a:lvl7pPr algn="l">
              <a:defRPr/>
            </a:lvl7pPr>
            <a:lvl8pPr algn="l">
              <a:defRPr/>
            </a:lvl8pPr>
            <a:lvl9pPr algn="l">
              <a:defRPr/>
            </a:lvl9pPr>
          </a:lstStyle>
          <a:p xmlns:a="http://schemas.openxmlformats.org/drawingml/2006/main"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025" b="0">
                <a:solidFill>
                  <a:srgbClr val="111111"/>
                </a:solidFill>
                <a:latin typeface="Noto Sans SC"/>
                <a:ea typeface="Noto Sans SC"/>
                <a:cs typeface="Noto Sans SC"/>
              </a:rPr>
              <a:t>协调任务、进度与沟</a:t>
            </a:r>
          </a:p>
          <a:p xmlns:a="http://schemas.openxmlformats.org/drawingml/2006/main"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025" b="0">
                <a:solidFill>
                  <a:srgbClr val="111111"/>
                </a:solidFill>
                <a:latin typeface="Noto Sans SC"/>
                <a:ea typeface="Noto Sans SC"/>
                <a:cs typeface="Noto Sans SC"/>
              </a:rPr>
              <a:t>通，跟进交付并处理协</a:t>
            </a:r>
          </a:p>
          <a:p xmlns:a="http://schemas.openxmlformats.org/drawingml/2006/main"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025" b="0">
                <a:solidFill>
                  <a:srgbClr val="111111"/>
                </a:solidFill>
                <a:latin typeface="Noto Sans SC"/>
                <a:ea typeface="Noto Sans SC"/>
                <a:cs typeface="Noto Sans SC"/>
              </a:rPr>
              <a:t>作问题。</a:t>
            </a:r>
          </a:p>
        </p:txBody>
      </p:sp>
      <p:cxnSp>
        <p:nvCxnSpPr>
          <p:cNvPr id="20" name="connector-304">
            <a:extLst xmlns:a="http://schemas.openxmlformats.org/drawingml/2006/main">
              <a:ext uri="{FF2B5EF4-FFF2-40B4-BE49-F238E27FC236}">
                <a16:creationId xmlns:a16="http://schemas.microsoft.com/office/drawing/2014/main" id="{EFF50A13-F39C-43E8-9396-14AEF54237B8}"/>
              </a:ext>
            </a:extLst>
          </p:cNvPr>
          <p:cNvCxnSpPr/>
          <p:nvPr/>
        </p:nvCxnSpPr>
        <p:spPr>
          <a:xfrm xmlns:a="http://schemas.openxmlformats.org/drawingml/2006/main">
            <a:off x="9363075" y="4886325"/>
            <a:ext cx="0" cy="371475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D6D4CB"/>
            </a:solidFill>
            <a:prstDash val="solid"/>
          </a:ln>
        </p:spPr>
      </p:cxnSp>
      <p:sp>
        <p:nvSpPr>
          <p:cNvPr id="21" name="text-305">
            <a:extLst xmlns:a="http://schemas.openxmlformats.org/drawingml/2006/main">
              <a:ext uri="{FF2B5EF4-FFF2-40B4-BE49-F238E27FC236}">
                <a16:creationId xmlns:a16="http://schemas.microsoft.com/office/drawing/2014/main" id="{5A2366AE-78EF-4F95-86FA-1500C18E8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5429250"/>
            <a:ext cx="31051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  <a:lvl6pPr algn="l">
              <a:defRPr/>
            </a:lvl6pPr>
            <a:lvl7pPr algn="l">
              <a:defRPr/>
            </a:lvl7pPr>
            <a:lvl8pPr algn="l">
              <a:defRPr/>
            </a:lvl8pPr>
            <a:lvl9pPr algn="l">
              <a:defRPr/>
            </a:lvl9pPr>
          </a:lstStyle>
          <a:p xmlns:a="http://schemas.openxmlformats.org/drawingml/2006/main"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25" b="0">
                <a:solidFill>
                  <a:srgbClr val="111111"/>
                </a:solidFill>
                <a:latin typeface="Noto Sans SC Medium"/>
                <a:ea typeface="Noto Sans SC Medium"/>
                <a:cs typeface="Noto Sans SC Medium"/>
              </a:rPr>
              <a:t>直接执行</a:t>
            </a:r>
          </a:p>
        </p:txBody>
      </p:sp>
      <p:sp>
        <p:nvSpPr>
          <p:cNvPr id="22" name="text-306">
            <a:extLst xmlns:a="http://schemas.openxmlformats.org/drawingml/2006/main">
              <a:ext uri="{FF2B5EF4-FFF2-40B4-BE49-F238E27FC236}">
                <a16:creationId xmlns:a16="http://schemas.microsoft.com/office/drawing/2014/main" id="{B9254D75-898A-4CB1-9892-260E7813F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6105525"/>
            <a:ext cx="3105150" cy="1343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  <a:lvl6pPr algn="l">
              <a:defRPr/>
            </a:lvl6pPr>
            <a:lvl7pPr algn="l">
              <a:defRPr/>
            </a:lvl7pPr>
            <a:lvl8pPr algn="l">
              <a:defRPr/>
            </a:lvl8pPr>
            <a:lvl9pPr algn="l">
              <a:defRPr/>
            </a:lvl9pPr>
          </a:lstStyle>
          <a:p xmlns:a="http://schemas.openxmlformats.org/drawingml/2006/main"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025" b="0">
                <a:solidFill>
                  <a:srgbClr val="111111"/>
                </a:solidFill>
                <a:latin typeface="Noto Sans SC"/>
                <a:ea typeface="Noto Sans SC"/>
                <a:cs typeface="Noto Sans SC"/>
              </a:rPr>
              <a:t>承担约定的内容、达</a:t>
            </a:r>
          </a:p>
          <a:p xmlns:a="http://schemas.openxmlformats.org/drawingml/2006/main"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025" b="0">
                <a:solidFill>
                  <a:srgbClr val="111111"/>
                </a:solidFill>
                <a:latin typeface="Noto Sans SC"/>
                <a:ea typeface="Noto Sans SC"/>
                <a:cs typeface="Noto Sans SC"/>
              </a:rPr>
              <a:t>人、广告与投放等</a:t>
            </a:r>
          </a:p>
          <a:p xmlns:a="http://schemas.openxmlformats.org/drawingml/2006/main"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025" b="0">
                <a:solidFill>
                  <a:srgbClr val="111111"/>
                </a:solidFill>
                <a:latin typeface="Noto Sans SC"/>
                <a:ea typeface="Noto Sans SC"/>
                <a:cs typeface="Noto Sans SC"/>
              </a:rPr>
              <a:t>关键工作。</a:t>
            </a:r>
          </a:p>
        </p:txBody>
      </p:sp>
      <p:cxnSp>
        <p:nvCxnSpPr>
          <p:cNvPr id="23" name="connector-307">
            <a:extLst xmlns:a="http://schemas.openxmlformats.org/drawingml/2006/main">
              <a:ext uri="{FF2B5EF4-FFF2-40B4-BE49-F238E27FC236}">
                <a16:creationId xmlns:a16="http://schemas.microsoft.com/office/drawing/2014/main" id="{5E2A9079-ABCA-4049-8DE4-04C926746ACF}"/>
              </a:ext>
            </a:extLst>
          </p:cNvPr>
          <p:cNvCxnSpPr/>
          <p:nvPr/>
        </p:nvCxnSpPr>
        <p:spPr>
          <a:xfrm xmlns:a="http://schemas.openxmlformats.org/drawingml/2006/main">
            <a:off x="12849225" y="4886325"/>
            <a:ext cx="0" cy="371475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D6D4CB"/>
            </a:solidFill>
            <a:prstDash val="solid"/>
          </a:ln>
        </p:spPr>
      </p:cxnSp>
      <p:sp>
        <p:nvSpPr>
          <p:cNvPr id="24" name="text-308">
            <a:extLst xmlns:a="http://schemas.openxmlformats.org/drawingml/2006/main">
              <a:ext uri="{FF2B5EF4-FFF2-40B4-BE49-F238E27FC236}">
                <a16:creationId xmlns:a16="http://schemas.microsoft.com/office/drawing/2014/main" id="{6990264F-57A0-4971-9926-09CC9D115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5429250"/>
            <a:ext cx="31051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  <a:lvl6pPr algn="l">
              <a:defRPr/>
            </a:lvl6pPr>
            <a:lvl7pPr algn="l">
              <a:defRPr/>
            </a:lvl7pPr>
            <a:lvl8pPr algn="l">
              <a:defRPr/>
            </a:lvl8pPr>
            <a:lvl9pPr algn="l">
              <a:defRPr/>
            </a:lvl9pPr>
          </a:lstStyle>
          <a:p xmlns:a="http://schemas.openxmlformats.org/drawingml/2006/main"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25" b="0">
                <a:solidFill>
                  <a:srgbClr val="111111"/>
                </a:solidFill>
                <a:latin typeface="Noto Sans SC Medium"/>
                <a:ea typeface="Noto Sans SC Medium"/>
                <a:cs typeface="Noto Sans SC Medium"/>
              </a:rPr>
              <a:t>专业协作</a:t>
            </a:r>
          </a:p>
        </p:txBody>
      </p:sp>
      <p:sp>
        <p:nvSpPr>
          <p:cNvPr id="25" name="text-309">
            <a:extLst xmlns:a="http://schemas.openxmlformats.org/drawingml/2006/main">
              <a:ext uri="{FF2B5EF4-FFF2-40B4-BE49-F238E27FC236}">
                <a16:creationId xmlns:a16="http://schemas.microsoft.com/office/drawing/2014/main" id="{8ECFFCCC-CA44-4EB1-A213-A7C5805B2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105525"/>
            <a:ext cx="3105150" cy="1343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  <a:lvl6pPr algn="l">
              <a:defRPr/>
            </a:lvl6pPr>
            <a:lvl7pPr algn="l">
              <a:defRPr/>
            </a:lvl7pPr>
            <a:lvl8pPr algn="l">
              <a:defRPr/>
            </a:lvl8pPr>
            <a:lvl9pPr algn="l">
              <a:defRPr/>
            </a:lvl9pPr>
          </a:lstStyle>
          <a:p xmlns:a="http://schemas.openxmlformats.org/drawingml/2006/main"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025" b="0">
                <a:solidFill>
                  <a:srgbClr val="111111"/>
                </a:solidFill>
                <a:latin typeface="Noto Sans SC"/>
                <a:ea typeface="Noto Sans SC"/>
                <a:cs typeface="Noto Sans SC"/>
              </a:rPr>
              <a:t>组织专项伙伴，明确要</a:t>
            </a:r>
          </a:p>
          <a:p xmlns:a="http://schemas.openxmlformats.org/drawingml/2006/main"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025" b="0">
                <a:solidFill>
                  <a:srgbClr val="111111"/>
                </a:solidFill>
                <a:latin typeface="Noto Sans SC"/>
                <a:ea typeface="Noto Sans SC"/>
                <a:cs typeface="Noto Sans SC"/>
              </a:rPr>
              <a:t>求与分工，衔接</a:t>
            </a:r>
          </a:p>
          <a:p xmlns:a="http://schemas.openxmlformats.org/drawingml/2006/main"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025" b="0">
                <a:solidFill>
                  <a:srgbClr val="111111"/>
                </a:solidFill>
                <a:latin typeface="Noto Sans SC"/>
                <a:ea typeface="Noto Sans SC"/>
                <a:cs typeface="Noto Sans SC"/>
              </a:rPr>
              <a:t>整体交付。</a:t>
            </a:r>
          </a:p>
        </p:txBody>
      </p:sp>
    </p:spTree>
    <p:extLst>
      <p:ext uri="{BB962C8B-B14F-4D97-AF65-F5344CB8AC3E}">
        <p14:creationId xmlns:p14="http://schemas.microsoft.com/office/powerpoint/2010/main" val="416451617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4F1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panel-310">
            <a:extLst xmlns:a="http://schemas.openxmlformats.org/drawingml/2006/main">
              <a:ext uri="{FF2B5EF4-FFF2-40B4-BE49-F238E27FC236}">
                <a16:creationId xmlns:a16="http://schemas.microsoft.com/office/drawing/2014/main" id="{EA4CABA9-A5BC-4C39-A3B5-B8D8A301D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33400"/>
            <a:ext cx="3619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ext-311">
            <a:extLst xmlns:a="http://schemas.openxmlformats.org/drawingml/2006/main">
              <a:ext uri="{FF2B5EF4-FFF2-40B4-BE49-F238E27FC236}">
                <a16:creationId xmlns:a16="http://schemas.microsoft.com/office/drawing/2014/main" id="{70778292-4F16-4AE3-BF7E-E983F8E34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00050"/>
            <a:ext cx="11430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  <a:lvl6pPr algn="l">
              <a:defRPr/>
            </a:lvl6pPr>
            <a:lvl7pPr algn="l">
              <a:defRPr/>
            </a:lvl7pPr>
            <a:lvl8pPr algn="l">
              <a:defRPr/>
            </a:lvl8pPr>
            <a:lvl9pPr algn="l">
              <a:defRPr/>
            </a:lvl9pPr>
          </a:lstStyle>
          <a:p xmlns:a="http://schemas.openxmlformats.org/drawingml/2006/main"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0">
                <a:solidFill>
                  <a:srgbClr val="62625D"/>
                </a:solidFill>
                <a:latin typeface="Noto Sans SC"/>
                <a:ea typeface="Noto Sans SC"/>
                <a:cs typeface="Noto Sans SC"/>
              </a:rPr>
              <a:t>如何与我们合作</a:t>
            </a:r>
          </a:p>
        </p:txBody>
      </p:sp>
      <p:sp>
        <p:nvSpPr>
          <p:cNvPr id="3" name="title-312">
            <a:extLst xmlns:a="http://schemas.openxmlformats.org/drawingml/2006/main">
              <a:ext uri="{FF2B5EF4-FFF2-40B4-BE49-F238E27FC236}">
                <a16:creationId xmlns:a16="http://schemas.microsoft.com/office/drawing/2014/main" id="{632B1F8B-60BC-485F-AE96-E679C0B66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000125"/>
            <a:ext cx="135636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  <a:lvl6pPr algn="l">
              <a:defRPr/>
            </a:lvl6pPr>
            <a:lvl7pPr algn="l">
              <a:defRPr/>
            </a:lvl7pPr>
            <a:lvl8pPr algn="l">
              <a:defRPr/>
            </a:lvl8pPr>
            <a:lvl9pPr algn="l">
              <a:defRPr/>
            </a:lvl9pPr>
          </a:lstStyle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050" b="0">
                <a:solidFill>
                  <a:srgbClr val="111111"/>
                </a:solidFill>
                <a:latin typeface="Noto Sans SC SemiBold"/>
                <a:ea typeface="Noto Sans SC SemiBold"/>
                <a:cs typeface="Noto Sans SC SemiBold"/>
              </a:rPr>
              <a:t>按业务阶段，选择合适的合作深度</a:t>
            </a:r>
          </a:p>
        </p:txBody>
      </p:sp>
      <p:sp>
        <p:nvSpPr>
          <p:cNvPr id="4" name="text-313">
            <a:extLst xmlns:a="http://schemas.openxmlformats.org/drawingml/2006/main">
              <a:ext uri="{FF2B5EF4-FFF2-40B4-BE49-F238E27FC236}">
                <a16:creationId xmlns:a16="http://schemas.microsoft.com/office/drawing/2014/main" id="{8ACA43FD-87EE-44F9-9C0F-2E033E4DC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52625"/>
            <a:ext cx="135636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  <a:lvl6pPr algn="l">
              <a:defRPr/>
            </a:lvl6pPr>
            <a:lvl7pPr algn="l">
              <a:defRPr/>
            </a:lvl7pPr>
            <a:lvl8pPr algn="l">
              <a:defRPr/>
            </a:lvl8pPr>
            <a:lvl9pPr algn="l">
              <a:defRPr/>
            </a:lvl9pPr>
          </a:lstStyle>
          <a:p xmlns:a="http://schemas.openxmlformats.org/drawingml/2006/main"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025" b="0">
                <a:solidFill>
                  <a:srgbClr val="62625D"/>
                </a:solidFill>
                <a:latin typeface="Noto Sans SC"/>
                <a:ea typeface="Noto Sans SC"/>
                <a:cs typeface="Noto Sans SC"/>
              </a:rPr>
              <a:t>以策略咨询为核心，结合目标约定工作范围与执行支持。</a:t>
            </a:r>
          </a:p>
        </p:txBody>
      </p:sp>
      <p:cxnSp>
        <p:nvCxnSpPr>
          <p:cNvPr id="5" name="connector-314">
            <a:extLst xmlns:a="http://schemas.openxmlformats.org/drawingml/2006/main">
              <a:ext uri="{FF2B5EF4-FFF2-40B4-BE49-F238E27FC236}">
                <a16:creationId xmlns:a16="http://schemas.microsoft.com/office/drawing/2014/main" id="{8A5F1C66-CD4D-426D-8AD0-FBA0A75D012A}"/>
              </a:ext>
            </a:extLst>
          </p:cNvPr>
          <p:cNvCxnSpPr/>
          <p:nvPr/>
        </p:nvCxnSpPr>
        <p:spPr>
          <a:xfrm xmlns:a="http://schemas.openxmlformats.org/drawingml/2006/main">
            <a:off x="838200" y="7762875"/>
            <a:ext cx="135636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6D4CB"/>
            </a:solidFill>
            <a:prstDash val="solid"/>
          </a:ln>
        </p:spPr>
      </p:cxn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DE324F-49A4-4F1F-918C-6D96A45965A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b64aaa345534b64"/>
          <a:stretch xmlns:a="http://schemas.openxmlformats.org/drawingml/2006/main"/>
        </p:blipFill>
        <p:spPr>
          <a:xfrm xmlns:a="http://schemas.openxmlformats.org/drawingml/2006/main">
            <a:off x="838200" y="7981950"/>
            <a:ext cx="1714500" cy="453628"/>
          </a:xfrm>
          <a:prstGeom xmlns:a="http://schemas.openxmlformats.org/drawingml/2006/main" prst="rect">
            <a:avLst/>
          </a:prstGeom>
        </p:spPr>
      </p:pic>
      <p:sp>
        <p:nvSpPr>
          <p:cNvPr id="7" name="text-315">
            <a:extLst xmlns:a="http://schemas.openxmlformats.org/drawingml/2006/main">
              <a:ext uri="{FF2B5EF4-FFF2-40B4-BE49-F238E27FC236}">
                <a16:creationId xmlns:a16="http://schemas.microsoft.com/office/drawing/2014/main" id="{3B83C4E8-E7B6-4499-AD72-5646B8CCB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8010525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  <a:lvl6pPr algn="l">
              <a:defRPr/>
            </a:lvl6pPr>
            <a:lvl7pPr algn="l">
              <a:defRPr/>
            </a:lvl7pPr>
            <a:lvl8pPr algn="l">
              <a:defRPr/>
            </a:lvl8pPr>
            <a:lvl9pPr algn="l">
              <a:defRPr/>
            </a:lvl9pPr>
          </a:lstStyle>
          <a:p xmlns:a="http://schemas.openxmlformats.org/drawingml/2006/main"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75" b="0">
                <a:solidFill>
                  <a:srgbClr val="62625D"/>
                </a:solidFill>
                <a:latin typeface="Noto Sans SC"/>
                <a:ea typeface="Noto Sans SC"/>
                <a:cs typeface="Noto Sans SC"/>
              </a:rPr>
              <a:t>每次合作共同明确：目标、交付、分工与评估方式。</a:t>
            </a:r>
          </a:p>
        </p:txBody>
      </p:sp>
      <p:sp>
        <p:nvSpPr>
          <p:cNvPr id="8" name="text-316">
            <a:extLst xmlns:a="http://schemas.openxmlformats.org/drawingml/2006/main">
              <a:ext uri="{FF2B5EF4-FFF2-40B4-BE49-F238E27FC236}">
                <a16:creationId xmlns:a16="http://schemas.microsoft.com/office/drawing/2014/main" id="{BC135E64-9CFB-4FBB-AB92-1AD109796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92200" y="7991475"/>
            <a:ext cx="609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/>
            <a:lvl1pPr algn="r">
              <a:defRPr/>
            </a:lvl1pPr>
            <a:lvl2pPr algn="r">
              <a:defRPr/>
            </a:lvl2pPr>
            <a:lvl3pPr algn="r">
              <a:defRPr/>
            </a:lvl3pPr>
            <a:lvl4pPr algn="r">
              <a:defRPr/>
            </a:lvl4pPr>
            <a:lvl5pPr algn="r">
              <a:defRPr/>
            </a:lvl5pPr>
            <a:lvl6pPr algn="r">
              <a:defRPr/>
            </a:lvl6pPr>
            <a:lvl7pPr algn="r">
              <a:defRPr/>
            </a:lvl7pPr>
            <a:lvl8pPr algn="r">
              <a:defRPr/>
            </a:lvl8pPr>
            <a:lvl9pPr algn="r">
              <a:defRPr/>
            </a:lvl9pPr>
          </a:lstStyle>
          <a:p xmlns:a="http://schemas.openxmlformats.org/drawingml/2006/main"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 b="0">
                <a:solidFill>
                  <a:srgbClr val="62625D"/>
                </a:solidFill>
                <a:latin typeface="Instrument Sans"/>
                <a:ea typeface="Instrument Sans"/>
                <a:cs typeface="Instrument Sans"/>
              </a:rPr>
              <a:t>15</a:t>
            </a:r>
          </a:p>
        </p:txBody>
      </p:sp>
      <p:sp>
        <p:nvSpPr>
          <p:cNvPr id="9" name="panel-317">
            <a:extLst xmlns:a="http://schemas.openxmlformats.org/drawingml/2006/main">
              <a:ext uri="{FF2B5EF4-FFF2-40B4-BE49-F238E27FC236}">
                <a16:creationId xmlns:a16="http://schemas.microsoft.com/office/drawing/2014/main" id="{87570B6F-1345-49DF-8C0E-39B3EBAA2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86100"/>
            <a:ext cx="43053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ext-318">
            <a:extLst xmlns:a="http://schemas.openxmlformats.org/drawingml/2006/main">
              <a:ext uri="{FF2B5EF4-FFF2-40B4-BE49-F238E27FC236}">
                <a16:creationId xmlns:a16="http://schemas.microsoft.com/office/drawing/2014/main" id="{7C6CA7C6-22AA-4EEA-BA2E-933B1C4F9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429000"/>
            <a:ext cx="43053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  <a:lvl6pPr algn="l">
              <a:defRPr/>
            </a:lvl6pPr>
            <a:lvl7pPr algn="l">
              <a:defRPr/>
            </a:lvl7pPr>
            <a:lvl8pPr algn="l">
              <a:defRPr/>
            </a:lvl8pPr>
            <a:lvl9pPr algn="l">
              <a:defRPr/>
            </a:lvl9pPr>
          </a:lstStyle>
          <a:p xmlns:a="http://schemas.openxmlformats.org/drawingml/2006/main"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625" b="0">
                <a:solidFill>
                  <a:srgbClr val="111111"/>
                </a:solidFill>
                <a:latin typeface="Noto Sans SC Medium"/>
                <a:ea typeface="Noto Sans SC Medium"/>
                <a:cs typeface="Noto Sans SC Medium"/>
              </a:rPr>
              <a:t>策略咨询</a:t>
            </a:r>
          </a:p>
        </p:txBody>
      </p:sp>
      <p:sp>
        <p:nvSpPr>
          <p:cNvPr id="11" name="text-319">
            <a:extLst xmlns:a="http://schemas.openxmlformats.org/drawingml/2006/main">
              <a:ext uri="{FF2B5EF4-FFF2-40B4-BE49-F238E27FC236}">
                <a16:creationId xmlns:a16="http://schemas.microsoft.com/office/drawing/2014/main" id="{BD8B30CA-F6FB-4E8D-A072-38BFC916E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810125"/>
            <a:ext cx="43053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  <a:lvl6pPr algn="l">
              <a:defRPr/>
            </a:lvl6pPr>
            <a:lvl7pPr algn="l">
              <a:defRPr/>
            </a:lvl7pPr>
            <a:lvl8pPr algn="l">
              <a:defRPr/>
            </a:lvl8pPr>
            <a:lvl9pPr algn="l">
              <a:defRPr/>
            </a:lvl9pPr>
          </a:lstStyle>
          <a:p xmlns:a="http://schemas.openxmlformats.org/drawingml/2006/main"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75" b="0">
                <a:solidFill>
                  <a:srgbClr val="62625D"/>
                </a:solidFill>
                <a:latin typeface="Noto Sans SC"/>
                <a:ea typeface="Noto Sans SC"/>
                <a:cs typeface="Noto Sans SC"/>
              </a:rPr>
              <a:t>厘清问题，确定方向</a:t>
            </a:r>
          </a:p>
        </p:txBody>
      </p:sp>
      <p:sp>
        <p:nvSpPr>
          <p:cNvPr id="12" name="text-320">
            <a:extLst xmlns:a="http://schemas.openxmlformats.org/drawingml/2006/main">
              <a:ext uri="{FF2B5EF4-FFF2-40B4-BE49-F238E27FC236}">
                <a16:creationId xmlns:a16="http://schemas.microsoft.com/office/drawing/2014/main" id="{54A2D5BE-F593-4512-9131-ADBEDD495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10225"/>
            <a:ext cx="4305300" cy="198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  <a:lvl6pPr algn="l">
              <a:defRPr/>
            </a:lvl6pPr>
            <a:lvl7pPr algn="l">
              <a:defRPr/>
            </a:lvl7pPr>
            <a:lvl8pPr algn="l">
              <a:defRPr/>
            </a:lvl8pPr>
            <a:lvl9pPr algn="l">
              <a:defRPr/>
            </a:lvl9pPr>
          </a:lstStyle>
          <a:p xmlns:a="http://schemas.openxmlformats.org/drawingml/2006/main"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025" b="0">
                <a:solidFill>
                  <a:srgbClr val="111111"/>
                </a:solidFill>
                <a:latin typeface="Noto Sans SC"/>
                <a:ea typeface="Noto Sans SC"/>
                <a:cs typeface="Noto Sans SC"/>
              </a:rPr>
              <a:t>适合需要理清市场、定位或渠道选</a:t>
            </a:r>
          </a:p>
          <a:p xmlns:a="http://schemas.openxmlformats.org/drawingml/2006/main"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025" b="0">
                <a:solidFill>
                  <a:srgbClr val="111111"/>
                </a:solidFill>
                <a:latin typeface="Noto Sans SC"/>
                <a:ea typeface="Noto Sans SC"/>
                <a:cs typeface="Noto Sans SC"/>
              </a:rPr>
              <a:t>择的团队。围绕明确问题形成判</a:t>
            </a:r>
          </a:p>
          <a:p xmlns:a="http://schemas.openxmlformats.org/drawingml/2006/main"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025" b="0">
                <a:solidFill>
                  <a:srgbClr val="111111"/>
                </a:solidFill>
                <a:latin typeface="Noto Sans SC"/>
                <a:ea typeface="Noto Sans SC"/>
                <a:cs typeface="Noto Sans SC"/>
              </a:rPr>
              <a:t>断、建议与行动方向。</a:t>
            </a:r>
          </a:p>
        </p:txBody>
      </p:sp>
      <p:sp>
        <p:nvSpPr>
          <p:cNvPr id="13" name="panel-321">
            <a:extLst xmlns:a="http://schemas.openxmlformats.org/drawingml/2006/main">
              <a:ext uri="{FF2B5EF4-FFF2-40B4-BE49-F238E27FC236}">
                <a16:creationId xmlns:a16="http://schemas.microsoft.com/office/drawing/2014/main" id="{AFB57565-BC9F-4D3D-B0D0-17EE26506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3086100"/>
            <a:ext cx="43053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text-322">
            <a:extLst xmlns:a="http://schemas.openxmlformats.org/drawingml/2006/main">
              <a:ext uri="{FF2B5EF4-FFF2-40B4-BE49-F238E27FC236}">
                <a16:creationId xmlns:a16="http://schemas.microsoft.com/office/drawing/2014/main" id="{D5A5C628-8BEA-4A06-A7C9-12F8D4F60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3429000"/>
            <a:ext cx="43053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  <a:lvl6pPr algn="l">
              <a:defRPr/>
            </a:lvl6pPr>
            <a:lvl7pPr algn="l">
              <a:defRPr/>
            </a:lvl7pPr>
            <a:lvl8pPr algn="l">
              <a:defRPr/>
            </a:lvl8pPr>
            <a:lvl9pPr algn="l">
              <a:defRPr/>
            </a:lvl9pPr>
          </a:lstStyle>
          <a:p xmlns:a="http://schemas.openxmlformats.org/drawingml/2006/main"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625" b="0">
                <a:solidFill>
                  <a:srgbClr val="111111"/>
                </a:solidFill>
                <a:latin typeface="Noto Sans SC Medium"/>
                <a:ea typeface="Noto Sans SC Medium"/>
                <a:cs typeface="Noto Sans SC Medium"/>
              </a:rPr>
              <a:t>阶段性</a:t>
            </a:r>
            <a:r>
              <a:rPr sz="2625" b="0">
                <a:solidFill>
                  <a:srgbClr val="111111"/>
                </a:solidFill>
                <a:latin typeface="Instrument Sans Medium"/>
                <a:ea typeface="Instrument Sans Medium"/>
                <a:cs typeface="Instrument Sans Medium"/>
              </a:rPr>
              <a:t> GTM / </a:t>
            </a:r>
            <a:r>
              <a:rPr sz="2625" b="0">
                <a:solidFill>
                  <a:srgbClr val="111111"/>
                </a:solidFill>
                <a:latin typeface="Noto Sans SC Medium"/>
                <a:ea typeface="Noto Sans SC Medium"/>
                <a:cs typeface="Noto Sans SC Medium"/>
              </a:rPr>
              <a:t>品牌项目</a:t>
            </a:r>
          </a:p>
        </p:txBody>
      </p:sp>
      <p:sp>
        <p:nvSpPr>
          <p:cNvPr id="15" name="text-323">
            <a:extLst xmlns:a="http://schemas.openxmlformats.org/drawingml/2006/main">
              <a:ext uri="{FF2B5EF4-FFF2-40B4-BE49-F238E27FC236}">
                <a16:creationId xmlns:a16="http://schemas.microsoft.com/office/drawing/2014/main" id="{3DBBEA59-DB3A-4E8B-BA15-70974B9C7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4810125"/>
            <a:ext cx="43053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  <a:lvl6pPr algn="l">
              <a:defRPr/>
            </a:lvl6pPr>
            <a:lvl7pPr algn="l">
              <a:defRPr/>
            </a:lvl7pPr>
            <a:lvl8pPr algn="l">
              <a:defRPr/>
            </a:lvl8pPr>
            <a:lvl9pPr algn="l">
              <a:defRPr/>
            </a:lvl9pPr>
          </a:lstStyle>
          <a:p xmlns:a="http://schemas.openxmlformats.org/drawingml/2006/main"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75" b="0">
                <a:solidFill>
                  <a:srgbClr val="62625D"/>
                </a:solidFill>
                <a:latin typeface="Noto Sans SC"/>
                <a:ea typeface="Noto Sans SC"/>
                <a:cs typeface="Noto Sans SC"/>
              </a:rPr>
              <a:t>围绕目标，推进一段工作</a:t>
            </a:r>
          </a:p>
        </p:txBody>
      </p:sp>
      <p:sp>
        <p:nvSpPr>
          <p:cNvPr id="16" name="text-324">
            <a:extLst xmlns:a="http://schemas.openxmlformats.org/drawingml/2006/main">
              <a:ext uri="{FF2B5EF4-FFF2-40B4-BE49-F238E27FC236}">
                <a16:creationId xmlns:a16="http://schemas.microsoft.com/office/drawing/2014/main" id="{5233468C-09BA-4612-B280-A37CB7C27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5610225"/>
            <a:ext cx="4305300" cy="198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  <a:lvl6pPr algn="l">
              <a:defRPr/>
            </a:lvl6pPr>
            <a:lvl7pPr algn="l">
              <a:defRPr/>
            </a:lvl7pPr>
            <a:lvl8pPr algn="l">
              <a:defRPr/>
            </a:lvl8pPr>
            <a:lvl9pPr algn="l">
              <a:defRPr/>
            </a:lvl9pPr>
          </a:lstStyle>
          <a:p xmlns:a="http://schemas.openxmlformats.org/drawingml/2006/main"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025" b="0">
                <a:solidFill>
                  <a:srgbClr val="111111"/>
                </a:solidFill>
                <a:latin typeface="Noto Sans SC"/>
                <a:ea typeface="Noto Sans SC"/>
                <a:cs typeface="Noto Sans SC"/>
              </a:rPr>
              <a:t>适合有明确阶段目标的品牌与产</a:t>
            </a:r>
          </a:p>
          <a:p xmlns:a="http://schemas.openxmlformats.org/drawingml/2006/main"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025" b="0">
                <a:solidFill>
                  <a:srgbClr val="111111"/>
                </a:solidFill>
                <a:latin typeface="Noto Sans SC"/>
                <a:ea typeface="Noto Sans SC"/>
                <a:cs typeface="Noto Sans SC"/>
              </a:rPr>
              <a:t>品。共同制定方案，完成规划与选</a:t>
            </a:r>
          </a:p>
          <a:p xmlns:a="http://schemas.openxmlformats.org/drawingml/2006/main"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025" b="0">
                <a:solidFill>
                  <a:srgbClr val="111111"/>
                </a:solidFill>
                <a:latin typeface="Noto Sans SC"/>
                <a:ea typeface="Noto Sans SC"/>
                <a:cs typeface="Noto Sans SC"/>
              </a:rPr>
              <a:t>定的关键执行。</a:t>
            </a:r>
          </a:p>
        </p:txBody>
      </p:sp>
      <p:sp>
        <p:nvSpPr>
          <p:cNvPr id="17" name="panel-325">
            <a:extLst xmlns:a="http://schemas.openxmlformats.org/drawingml/2006/main">
              <a:ext uri="{FF2B5EF4-FFF2-40B4-BE49-F238E27FC236}">
                <a16:creationId xmlns:a16="http://schemas.microsoft.com/office/drawing/2014/main" id="{10D62803-5131-4559-988A-44BF06488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086100"/>
            <a:ext cx="43053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-326">
            <a:extLst xmlns:a="http://schemas.openxmlformats.org/drawingml/2006/main">
              <a:ext uri="{FF2B5EF4-FFF2-40B4-BE49-F238E27FC236}">
                <a16:creationId xmlns:a16="http://schemas.microsoft.com/office/drawing/2014/main" id="{98A4E04F-44AE-44BD-B4CC-5A3769FF2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0"/>
            <a:ext cx="43053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  <a:lvl6pPr algn="l">
              <a:defRPr/>
            </a:lvl6pPr>
            <a:lvl7pPr algn="l">
              <a:defRPr/>
            </a:lvl7pPr>
            <a:lvl8pPr algn="l">
              <a:defRPr/>
            </a:lvl8pPr>
            <a:lvl9pPr algn="l">
              <a:defRPr/>
            </a:lvl9pPr>
          </a:lstStyle>
          <a:p xmlns:a="http://schemas.openxmlformats.org/drawingml/2006/main"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625" b="0">
                <a:solidFill>
                  <a:srgbClr val="111111"/>
                </a:solidFill>
                <a:latin typeface="Noto Sans SC Medium"/>
                <a:ea typeface="Noto Sans SC Medium"/>
                <a:cs typeface="Noto Sans SC Medium"/>
              </a:rPr>
              <a:t>持续营销统筹与团队支持</a:t>
            </a:r>
          </a:p>
        </p:txBody>
      </p:sp>
      <p:sp>
        <p:nvSpPr>
          <p:cNvPr id="19" name="text-327">
            <a:extLst xmlns:a="http://schemas.openxmlformats.org/drawingml/2006/main">
              <a:ext uri="{FF2B5EF4-FFF2-40B4-BE49-F238E27FC236}">
                <a16:creationId xmlns:a16="http://schemas.microsoft.com/office/drawing/2014/main" id="{23B6F8EB-1DCF-457D-8A12-12EFCED7F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810125"/>
            <a:ext cx="43053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  <a:lvl6pPr algn="l">
              <a:defRPr/>
            </a:lvl6pPr>
            <a:lvl7pPr algn="l">
              <a:defRPr/>
            </a:lvl7pPr>
            <a:lvl8pPr algn="l">
              <a:defRPr/>
            </a:lvl8pPr>
            <a:lvl9pPr algn="l">
              <a:defRPr/>
            </a:lvl9pPr>
          </a:lstStyle>
          <a:p xmlns:a="http://schemas.openxmlformats.org/drawingml/2006/main"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75" b="0">
                <a:solidFill>
                  <a:srgbClr val="62625D"/>
                </a:solidFill>
                <a:latin typeface="Noto Sans SC"/>
                <a:ea typeface="Noto Sans SC"/>
                <a:cs typeface="Noto Sans SC"/>
              </a:rPr>
              <a:t>持续参与，动态调整</a:t>
            </a:r>
          </a:p>
        </p:txBody>
      </p:sp>
      <p:sp>
        <p:nvSpPr>
          <p:cNvPr id="20" name="text-328">
            <a:extLst xmlns:a="http://schemas.openxmlformats.org/drawingml/2006/main">
              <a:ext uri="{FF2B5EF4-FFF2-40B4-BE49-F238E27FC236}">
                <a16:creationId xmlns:a16="http://schemas.microsoft.com/office/drawing/2014/main" id="{E6DF9D7A-D0E1-4DAD-9AEF-74C421B43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5610225"/>
            <a:ext cx="4305300" cy="198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  <a:lvl6pPr algn="l">
              <a:defRPr/>
            </a:lvl6pPr>
            <a:lvl7pPr algn="l">
              <a:defRPr/>
            </a:lvl7pPr>
            <a:lvl8pPr algn="l">
              <a:defRPr/>
            </a:lvl8pPr>
            <a:lvl9pPr algn="l">
              <a:defRPr/>
            </a:lvl9pPr>
          </a:lstStyle>
          <a:p xmlns:a="http://schemas.openxmlformats.org/drawingml/2006/main"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025" b="0">
                <a:solidFill>
                  <a:srgbClr val="111111"/>
                </a:solidFill>
                <a:latin typeface="Noto Sans SC"/>
                <a:ea typeface="Noto Sans SC"/>
                <a:cs typeface="Noto Sans SC"/>
              </a:rPr>
              <a:t>适合需要持续营销判断与推进的团</a:t>
            </a:r>
          </a:p>
          <a:p xmlns:a="http://schemas.openxmlformats.org/drawingml/2006/main"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025" b="0">
                <a:solidFill>
                  <a:srgbClr val="111111"/>
                </a:solidFill>
                <a:latin typeface="Noto Sans SC"/>
                <a:ea typeface="Noto Sans SC"/>
                <a:cs typeface="Noto Sans SC"/>
              </a:rPr>
              <a:t>队。在持续合作中，我们承担类似</a:t>
            </a:r>
          </a:p>
          <a:p xmlns:a="http://schemas.openxmlformats.org/drawingml/2006/main"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025" b="0">
                <a:solidFill>
                  <a:srgbClr val="111111"/>
                </a:solidFill>
                <a:latin typeface="Noto Sans SC"/>
                <a:ea typeface="Noto Sans SC"/>
                <a:cs typeface="Noto Sans SC"/>
              </a:rPr>
              <a:t>外部</a:t>
            </a:r>
            <a:r>
              <a:rPr sz="2025" b="0">
                <a:solidFill>
                  <a:srgbClr val="111111"/>
                </a:solidFill>
                <a:latin typeface="Instrument Sans"/>
                <a:ea typeface="Instrument Sans"/>
                <a:cs typeface="Instrument Sans"/>
              </a:rPr>
              <a:t> CMO </a:t>
            </a:r>
            <a:r>
              <a:rPr sz="2025" b="0">
                <a:solidFill>
                  <a:srgbClr val="111111"/>
                </a:solidFill>
                <a:latin typeface="Noto Sans SC"/>
                <a:ea typeface="Noto Sans SC"/>
                <a:cs typeface="Noto Sans SC"/>
              </a:rPr>
              <a:t>的营销统筹职责，并按</a:t>
            </a:r>
          </a:p>
          <a:p xmlns:a="http://schemas.openxmlformats.org/drawingml/2006/main"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025" b="0">
                <a:solidFill>
                  <a:srgbClr val="111111"/>
                </a:solidFill>
                <a:latin typeface="Noto Sans SC"/>
                <a:ea typeface="Noto Sans SC"/>
                <a:cs typeface="Noto Sans SC"/>
              </a:rPr>
              <a:t>约定推进关键工作。</a:t>
            </a:r>
          </a:p>
        </p:txBody>
      </p:sp>
    </p:spTree>
    <p:extLst>
      <p:ext uri="{BB962C8B-B14F-4D97-AF65-F5344CB8AC3E}">
        <p14:creationId xmlns:p14="http://schemas.microsoft.com/office/powerpoint/2010/main" val="1836273816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4F1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panel-329">
            <a:extLst xmlns:a="http://schemas.openxmlformats.org/drawingml/2006/main">
              <a:ext uri="{FF2B5EF4-FFF2-40B4-BE49-F238E27FC236}">
                <a16:creationId xmlns:a16="http://schemas.microsoft.com/office/drawing/2014/main" id="{16434CEB-D875-4B7E-A1FA-F3878045A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33400"/>
            <a:ext cx="3619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ext-330">
            <a:extLst xmlns:a="http://schemas.openxmlformats.org/drawingml/2006/main">
              <a:ext uri="{FF2B5EF4-FFF2-40B4-BE49-F238E27FC236}">
                <a16:creationId xmlns:a16="http://schemas.microsoft.com/office/drawing/2014/main" id="{F0709D33-8F1D-466F-9AF2-E7CAD3103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00050"/>
            <a:ext cx="11430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  <a:lvl6pPr algn="l">
              <a:defRPr/>
            </a:lvl6pPr>
            <a:lvl7pPr algn="l">
              <a:defRPr/>
            </a:lvl7pPr>
            <a:lvl8pPr algn="l">
              <a:defRPr/>
            </a:lvl8pPr>
            <a:lvl9pPr algn="l">
              <a:defRPr/>
            </a:lvl9pPr>
          </a:lstStyle>
          <a:p xmlns:a="http://schemas.openxmlformats.org/drawingml/2006/main"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0">
                <a:solidFill>
                  <a:srgbClr val="62625D"/>
                </a:solidFill>
                <a:latin typeface="Noto Sans SC"/>
                <a:ea typeface="Noto Sans SC"/>
                <a:cs typeface="Noto Sans SC"/>
              </a:rPr>
              <a:t>项目经验</a:t>
            </a:r>
          </a:p>
        </p:txBody>
      </p:sp>
      <p:sp>
        <p:nvSpPr>
          <p:cNvPr id="3" name="title-331">
            <a:extLst xmlns:a="http://schemas.openxmlformats.org/drawingml/2006/main">
              <a:ext uri="{FF2B5EF4-FFF2-40B4-BE49-F238E27FC236}">
                <a16:creationId xmlns:a16="http://schemas.microsoft.com/office/drawing/2014/main" id="{C4D003DF-3021-443D-BB27-51FA5D8D8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000125"/>
            <a:ext cx="135636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  <a:lvl6pPr algn="l">
              <a:defRPr/>
            </a:lvl6pPr>
            <a:lvl7pPr algn="l">
              <a:defRPr/>
            </a:lvl7pPr>
            <a:lvl8pPr algn="l">
              <a:defRPr/>
            </a:lvl8pPr>
            <a:lvl9pPr algn="l">
              <a:defRPr/>
            </a:lvl9pPr>
          </a:lstStyle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050" b="0">
                <a:solidFill>
                  <a:srgbClr val="111111"/>
                </a:solidFill>
                <a:latin typeface="Noto Sans SC SemiBold"/>
                <a:ea typeface="Noto Sans SC SemiBold"/>
                <a:cs typeface="Noto Sans SC SemiBold"/>
              </a:rPr>
              <a:t>箱包品牌的北美多渠道实践</a:t>
            </a:r>
          </a:p>
        </p:txBody>
      </p:sp>
      <p:sp>
        <p:nvSpPr>
          <p:cNvPr id="4" name="text-332">
            <a:extLst xmlns:a="http://schemas.openxmlformats.org/drawingml/2006/main">
              <a:ext uri="{FF2B5EF4-FFF2-40B4-BE49-F238E27FC236}">
                <a16:creationId xmlns:a16="http://schemas.microsoft.com/office/drawing/2014/main" id="{ED6F37B4-D3AC-4DCB-9B71-87032845D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52625"/>
            <a:ext cx="135636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  <a:lvl6pPr algn="l">
              <a:defRPr/>
            </a:lvl6pPr>
            <a:lvl7pPr algn="l">
              <a:defRPr/>
            </a:lvl7pPr>
            <a:lvl8pPr algn="l">
              <a:defRPr/>
            </a:lvl8pPr>
            <a:lvl9pPr algn="l">
              <a:defRPr/>
            </a:lvl9pPr>
          </a:lstStyle>
          <a:p xmlns:a="http://schemas.openxmlformats.org/drawingml/2006/main"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025" b="0">
                <a:solidFill>
                  <a:srgbClr val="62625D"/>
                </a:solidFill>
                <a:latin typeface="Noto Sans SC"/>
                <a:ea typeface="Noto Sans SC"/>
                <a:cs typeface="Noto Sans SC"/>
              </a:rPr>
              <a:t>围绕品牌、内容与渠道，连接营销规划和执行工作。</a:t>
            </a:r>
          </a:p>
        </p:txBody>
      </p:sp>
      <p:cxnSp>
        <p:nvCxnSpPr>
          <p:cNvPr id="5" name="connector-333">
            <a:extLst xmlns:a="http://schemas.openxmlformats.org/drawingml/2006/main">
              <a:ext uri="{FF2B5EF4-FFF2-40B4-BE49-F238E27FC236}">
                <a16:creationId xmlns:a16="http://schemas.microsoft.com/office/drawing/2014/main" id="{34296328-9286-4EAD-9FFE-55C8C3FE4FDA}"/>
              </a:ext>
            </a:extLst>
          </p:cNvPr>
          <p:cNvCxnSpPr/>
          <p:nvPr/>
        </p:nvCxnSpPr>
        <p:spPr>
          <a:xfrm xmlns:a="http://schemas.openxmlformats.org/drawingml/2006/main">
            <a:off x="838200" y="7762875"/>
            <a:ext cx="135636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6D4CB"/>
            </a:solidFill>
            <a:prstDash val="solid"/>
          </a:ln>
        </p:spPr>
      </p:cxn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4EFD37-B508-41CF-B7F4-856B31049FD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e861c6064b44b54"/>
          <a:stretch xmlns:a="http://schemas.openxmlformats.org/drawingml/2006/main"/>
        </p:blipFill>
        <p:spPr>
          <a:xfrm xmlns:a="http://schemas.openxmlformats.org/drawingml/2006/main">
            <a:off x="838200" y="7981950"/>
            <a:ext cx="1714500" cy="453628"/>
          </a:xfrm>
          <a:prstGeom xmlns:a="http://schemas.openxmlformats.org/drawingml/2006/main" prst="rect">
            <a:avLst/>
          </a:prstGeom>
        </p:spPr>
      </p:pic>
      <p:sp>
        <p:nvSpPr>
          <p:cNvPr id="7" name="text-334">
            <a:extLst xmlns:a="http://schemas.openxmlformats.org/drawingml/2006/main">
              <a:ext uri="{FF2B5EF4-FFF2-40B4-BE49-F238E27FC236}">
                <a16:creationId xmlns:a16="http://schemas.microsoft.com/office/drawing/2014/main" id="{1A7683CB-6019-4022-8739-5CC6E8978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8010525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  <a:lvl6pPr algn="l">
              <a:defRPr/>
            </a:lvl6pPr>
            <a:lvl7pPr algn="l">
              <a:defRPr/>
            </a:lvl7pPr>
            <a:lvl8pPr algn="l">
              <a:defRPr/>
            </a:lvl8pPr>
            <a:lvl9pPr algn="l">
              <a:defRPr/>
            </a:lvl9pPr>
          </a:lstStyle>
          <a:p xmlns:a="http://schemas.openxmlformats.org/drawingml/2006/main"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75" b="0">
                <a:solidFill>
                  <a:srgbClr val="62625D"/>
                </a:solidFill>
                <a:latin typeface="Noto Sans SC"/>
                <a:ea typeface="Noto Sans SC"/>
                <a:cs typeface="Noto Sans SC"/>
              </a:rPr>
              <a:t>匿名项目经验｜展示项目工作范围与协同方式。</a:t>
            </a:r>
          </a:p>
        </p:txBody>
      </p:sp>
      <p:sp>
        <p:nvSpPr>
          <p:cNvPr id="8" name="text-335">
            <a:extLst xmlns:a="http://schemas.openxmlformats.org/drawingml/2006/main">
              <a:ext uri="{FF2B5EF4-FFF2-40B4-BE49-F238E27FC236}">
                <a16:creationId xmlns:a16="http://schemas.microsoft.com/office/drawing/2014/main" id="{8FD41911-3A8F-4B18-89DF-1498C5C1C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92200" y="7991475"/>
            <a:ext cx="609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/>
            <a:lvl1pPr algn="r">
              <a:defRPr/>
            </a:lvl1pPr>
            <a:lvl2pPr algn="r">
              <a:defRPr/>
            </a:lvl2pPr>
            <a:lvl3pPr algn="r">
              <a:defRPr/>
            </a:lvl3pPr>
            <a:lvl4pPr algn="r">
              <a:defRPr/>
            </a:lvl4pPr>
            <a:lvl5pPr algn="r">
              <a:defRPr/>
            </a:lvl5pPr>
            <a:lvl6pPr algn="r">
              <a:defRPr/>
            </a:lvl6pPr>
            <a:lvl7pPr algn="r">
              <a:defRPr/>
            </a:lvl7pPr>
            <a:lvl8pPr algn="r">
              <a:defRPr/>
            </a:lvl8pPr>
            <a:lvl9pPr algn="r">
              <a:defRPr/>
            </a:lvl9pPr>
          </a:lstStyle>
          <a:p xmlns:a="http://schemas.openxmlformats.org/drawingml/2006/main"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 b="0">
                <a:solidFill>
                  <a:srgbClr val="62625D"/>
                </a:solidFill>
                <a:latin typeface="Instrument Sans"/>
                <a:ea typeface="Instrument Sans"/>
                <a:cs typeface="Instrument Sans"/>
              </a:rPr>
              <a:t>16</a:t>
            </a:r>
          </a:p>
        </p:txBody>
      </p:sp>
      <p:sp>
        <p:nvSpPr>
          <p:cNvPr id="9" name="text-336">
            <a:extLst xmlns:a="http://schemas.openxmlformats.org/drawingml/2006/main">
              <a:ext uri="{FF2B5EF4-FFF2-40B4-BE49-F238E27FC236}">
                <a16:creationId xmlns:a16="http://schemas.microsoft.com/office/drawing/2014/main" id="{592B32A0-51B2-40F1-A2D1-A6E7022AD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86050"/>
            <a:ext cx="135636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  <a:lvl6pPr algn="l">
              <a:defRPr/>
            </a:lvl6pPr>
            <a:lvl7pPr algn="l">
              <a:defRPr/>
            </a:lvl7pPr>
            <a:lvl8pPr algn="l">
              <a:defRPr/>
            </a:lvl8pPr>
            <a:lvl9pPr algn="l">
              <a:defRPr/>
            </a:lvl9pPr>
          </a:lstStyle>
          <a:p xmlns:a="http://schemas.openxmlformats.org/drawingml/2006/main"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025" b="0">
                <a:solidFill>
                  <a:srgbClr val="62625D"/>
                </a:solidFill>
                <a:latin typeface="Noto Sans SC"/>
                <a:ea typeface="Noto Sans SC"/>
                <a:cs typeface="Noto Sans SC"/>
              </a:rPr>
              <a:t>服务面向北美市场的消费箱包品牌，相关工作涉及品牌表达、内容、达人及多个线上渠道。</a:t>
            </a:r>
          </a:p>
        </p:txBody>
      </p:sp>
      <p:sp>
        <p:nvSpPr>
          <p:cNvPr id="10" name="panel-337">
            <a:extLst xmlns:a="http://schemas.openxmlformats.org/drawingml/2006/main">
              <a:ext uri="{FF2B5EF4-FFF2-40B4-BE49-F238E27FC236}">
                <a16:creationId xmlns:a16="http://schemas.microsoft.com/office/drawing/2014/main" id="{95EAAFA5-02EE-4455-8FBA-EA8EB010A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81425"/>
            <a:ext cx="430530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111111"/>
            </a:solidFill>
            <a:prstDash val="solid"/>
          </a:ln>
        </p:spPr>
      </p:sp>
      <p:sp>
        <p:nvSpPr>
          <p:cNvPr id="11" name="panel-338">
            <a:extLst xmlns:a="http://schemas.openxmlformats.org/drawingml/2006/main">
              <a:ext uri="{FF2B5EF4-FFF2-40B4-BE49-F238E27FC236}">
                <a16:creationId xmlns:a16="http://schemas.microsoft.com/office/drawing/2014/main" id="{21761011-8D99-48A8-8358-63D80E2B4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81425"/>
            <a:ext cx="43053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-339">
            <a:extLst xmlns:a="http://schemas.openxmlformats.org/drawingml/2006/main">
              <a:ext uri="{FF2B5EF4-FFF2-40B4-BE49-F238E27FC236}">
                <a16:creationId xmlns:a16="http://schemas.microsoft.com/office/drawing/2014/main" id="{14BF4A3E-2C1E-4802-8765-7C97B55F3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000500"/>
            <a:ext cx="39243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/>
            <a:lvl1pPr algn="ctr">
              <a:defRPr/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  <a:lvl6pPr algn="ctr">
              <a:defRPr/>
            </a:lvl6pPr>
            <a:lvl7pPr algn="ctr">
              <a:defRPr/>
            </a:lvl7pPr>
            <a:lvl8pPr algn="ctr">
              <a:defRPr/>
            </a:lvl8pPr>
            <a:lvl9pPr algn="ctr">
              <a:defRPr/>
            </a:lvl9pPr>
          </a:lstStyle>
          <a:p xmlns:a="http://schemas.openxmlformats.org/drawingml/2006/main"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250" b="0">
                <a:solidFill>
                  <a:srgbClr val="111111"/>
                </a:solidFill>
                <a:latin typeface="Noto Sans SC Medium"/>
                <a:ea typeface="Noto Sans SC Medium"/>
                <a:cs typeface="Noto Sans SC Medium"/>
              </a:rPr>
              <a:t>品牌与产品表达</a:t>
            </a:r>
          </a:p>
        </p:txBody>
      </p:sp>
      <p:cxnSp>
        <p:nvCxnSpPr>
          <p:cNvPr id="13" name="connector-340">
            <a:extLst xmlns:a="http://schemas.openxmlformats.org/drawingml/2006/main">
              <a:ext uri="{FF2B5EF4-FFF2-40B4-BE49-F238E27FC236}">
                <a16:creationId xmlns:a16="http://schemas.microsoft.com/office/drawing/2014/main" id="{23E36965-70D5-4930-A87A-F520B59189B1}"/>
              </a:ext>
            </a:extLst>
          </p:cNvPr>
          <p:cNvCxnSpPr/>
          <p:nvPr/>
        </p:nvCxnSpPr>
        <p:spPr>
          <a:xfrm xmlns:a="http://schemas.openxmlformats.org/drawingml/2006/main">
            <a:off x="5143500" y="4200525"/>
            <a:ext cx="2762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4FF"/>
            </a:solidFill>
            <a:prstDash val="solid"/>
            <a:tailEnd type="triangle" w="sm" len="sm"/>
          </a:ln>
        </p:spPr>
      </p:cxnSp>
      <p:sp>
        <p:nvSpPr>
          <p:cNvPr id="14" name="panel-341">
            <a:extLst xmlns:a="http://schemas.openxmlformats.org/drawingml/2006/main">
              <a:ext uri="{FF2B5EF4-FFF2-40B4-BE49-F238E27FC236}">
                <a16:creationId xmlns:a16="http://schemas.microsoft.com/office/drawing/2014/main" id="{0458867E-B72F-47D8-ABCC-E817F8E1C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3781425"/>
            <a:ext cx="430530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111111"/>
            </a:solidFill>
            <a:prstDash val="solid"/>
          </a:ln>
        </p:spPr>
      </p:sp>
      <p:sp>
        <p:nvSpPr>
          <p:cNvPr id="15" name="panel-342">
            <a:extLst xmlns:a="http://schemas.openxmlformats.org/drawingml/2006/main">
              <a:ext uri="{FF2B5EF4-FFF2-40B4-BE49-F238E27FC236}">
                <a16:creationId xmlns:a16="http://schemas.microsoft.com/office/drawing/2014/main" id="{1428F825-992E-4B68-A3D9-9731DEF2F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3781425"/>
            <a:ext cx="43053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text-343">
            <a:extLst xmlns:a="http://schemas.openxmlformats.org/drawingml/2006/main">
              <a:ext uri="{FF2B5EF4-FFF2-40B4-BE49-F238E27FC236}">
                <a16:creationId xmlns:a16="http://schemas.microsoft.com/office/drawing/2014/main" id="{DB3BBCCC-24D9-47F3-9912-C3F610FFC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4000500"/>
            <a:ext cx="39243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/>
            <a:lvl1pPr algn="ctr">
              <a:defRPr/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  <a:lvl6pPr algn="ctr">
              <a:defRPr/>
            </a:lvl6pPr>
            <a:lvl7pPr algn="ctr">
              <a:defRPr/>
            </a:lvl7pPr>
            <a:lvl8pPr algn="ctr">
              <a:defRPr/>
            </a:lvl8pPr>
            <a:lvl9pPr algn="ctr">
              <a:defRPr/>
            </a:lvl9pPr>
          </a:lstStyle>
          <a:p xmlns:a="http://schemas.openxmlformats.org/drawingml/2006/main"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250" b="0">
                <a:solidFill>
                  <a:srgbClr val="111111"/>
                </a:solidFill>
                <a:latin typeface="Noto Sans SC Medium"/>
                <a:ea typeface="Noto Sans SC Medium"/>
                <a:cs typeface="Noto Sans SC Medium"/>
              </a:rPr>
              <a:t>内容与达人合作</a:t>
            </a:r>
          </a:p>
        </p:txBody>
      </p:sp>
      <p:cxnSp>
        <p:nvCxnSpPr>
          <p:cNvPr id="17" name="connector-344">
            <a:extLst xmlns:a="http://schemas.openxmlformats.org/drawingml/2006/main">
              <a:ext uri="{FF2B5EF4-FFF2-40B4-BE49-F238E27FC236}">
                <a16:creationId xmlns:a16="http://schemas.microsoft.com/office/drawing/2014/main" id="{98F65D3B-A54C-4A00-B813-E00C7065E257}"/>
              </a:ext>
            </a:extLst>
          </p:cNvPr>
          <p:cNvCxnSpPr/>
          <p:nvPr/>
        </p:nvCxnSpPr>
        <p:spPr>
          <a:xfrm xmlns:a="http://schemas.openxmlformats.org/drawingml/2006/main">
            <a:off x="9772650" y="4200525"/>
            <a:ext cx="2762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4FF"/>
            </a:solidFill>
            <a:prstDash val="solid"/>
            <a:tailEnd type="triangle" w="sm" len="sm"/>
          </a:ln>
        </p:spPr>
      </p:cxnSp>
      <p:sp>
        <p:nvSpPr>
          <p:cNvPr id="18" name="panel-345">
            <a:extLst xmlns:a="http://schemas.openxmlformats.org/drawingml/2006/main">
              <a:ext uri="{FF2B5EF4-FFF2-40B4-BE49-F238E27FC236}">
                <a16:creationId xmlns:a16="http://schemas.microsoft.com/office/drawing/2014/main" id="{ADAB0470-1EA7-4613-880C-23E4EE620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781425"/>
            <a:ext cx="430530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111111"/>
            </a:solidFill>
            <a:prstDash val="solid"/>
          </a:ln>
        </p:spPr>
      </p:sp>
      <p:sp>
        <p:nvSpPr>
          <p:cNvPr id="19" name="panel-346">
            <a:extLst xmlns:a="http://schemas.openxmlformats.org/drawingml/2006/main">
              <a:ext uri="{FF2B5EF4-FFF2-40B4-BE49-F238E27FC236}">
                <a16:creationId xmlns:a16="http://schemas.microsoft.com/office/drawing/2014/main" id="{65D073DD-A845-4112-84F0-2853AC97C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781425"/>
            <a:ext cx="43053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text-347">
            <a:extLst xmlns:a="http://schemas.openxmlformats.org/drawingml/2006/main">
              <a:ext uri="{FF2B5EF4-FFF2-40B4-BE49-F238E27FC236}">
                <a16:creationId xmlns:a16="http://schemas.microsoft.com/office/drawing/2014/main" id="{98332E5E-FE4A-4CAB-B39F-4B5741603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000500"/>
            <a:ext cx="39243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/>
            <a:lvl1pPr algn="ctr">
              <a:defRPr/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  <a:lvl6pPr algn="ctr">
              <a:defRPr/>
            </a:lvl6pPr>
            <a:lvl7pPr algn="ctr">
              <a:defRPr/>
            </a:lvl7pPr>
            <a:lvl8pPr algn="ctr">
              <a:defRPr/>
            </a:lvl8pPr>
            <a:lvl9pPr algn="ctr">
              <a:defRPr/>
            </a:lvl9pPr>
          </a:lstStyle>
          <a:p xmlns:a="http://schemas.openxmlformats.org/drawingml/2006/main"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025" b="0">
                <a:solidFill>
                  <a:srgbClr val="111111"/>
                </a:solidFill>
                <a:latin typeface="Instrument Sans Medium"/>
                <a:ea typeface="Instrument Sans Medium"/>
                <a:cs typeface="Instrument Sans Medium"/>
              </a:rPr>
              <a:t>Amazon / TikTok / </a:t>
            </a:r>
            <a:r>
              <a:rPr sz="2025" b="0">
                <a:solidFill>
                  <a:srgbClr val="111111"/>
                </a:solidFill>
                <a:latin typeface="Noto Sans SC Medium"/>
                <a:ea typeface="Noto Sans SC Medium"/>
                <a:cs typeface="Noto Sans SC Medium"/>
              </a:rPr>
              <a:t>官网</a:t>
            </a:r>
          </a:p>
        </p:txBody>
      </p:sp>
      <p:sp>
        <p:nvSpPr>
          <p:cNvPr id="21" name="text-348">
            <a:extLst xmlns:a="http://schemas.openxmlformats.org/drawingml/2006/main">
              <a:ext uri="{FF2B5EF4-FFF2-40B4-BE49-F238E27FC236}">
                <a16:creationId xmlns:a16="http://schemas.microsoft.com/office/drawing/2014/main" id="{F19400A7-C82E-4A37-A716-43BD8BA5C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114925"/>
            <a:ext cx="43053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  <a:lvl6pPr algn="l">
              <a:defRPr/>
            </a:lvl6pPr>
            <a:lvl7pPr algn="l">
              <a:defRPr/>
            </a:lvl7pPr>
            <a:lvl8pPr algn="l">
              <a:defRPr/>
            </a:lvl8pPr>
            <a:lvl9pPr algn="l">
              <a:defRPr/>
            </a:lvl9pPr>
          </a:lstStyle>
          <a:p xmlns:a="http://schemas.openxmlformats.org/drawingml/2006/main"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0">
                <a:solidFill>
                  <a:srgbClr val="111111"/>
                </a:solidFill>
                <a:latin typeface="Noto Sans SC Medium"/>
                <a:ea typeface="Noto Sans SC Medium"/>
                <a:cs typeface="Noto Sans SC Medium"/>
              </a:rPr>
              <a:t>规划与协同</a:t>
            </a:r>
          </a:p>
        </p:txBody>
      </p:sp>
      <p:sp>
        <p:nvSpPr>
          <p:cNvPr id="22" name="text-349">
            <a:extLst xmlns:a="http://schemas.openxmlformats.org/drawingml/2006/main">
              <a:ext uri="{FF2B5EF4-FFF2-40B4-BE49-F238E27FC236}">
                <a16:creationId xmlns:a16="http://schemas.microsoft.com/office/drawing/2014/main" id="{A1036CCD-685A-4A5B-95B4-88BFEDF8B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857875"/>
            <a:ext cx="4305300" cy="1685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  <a:lvl6pPr algn="l">
              <a:defRPr/>
            </a:lvl6pPr>
            <a:lvl7pPr algn="l">
              <a:defRPr/>
            </a:lvl7pPr>
            <a:lvl8pPr algn="l">
              <a:defRPr/>
            </a:lvl8pPr>
            <a:lvl9pPr algn="l">
              <a:defRPr/>
            </a:lvl9pPr>
          </a:lstStyle>
          <a:p xmlns:a="http://schemas.openxmlformats.org/drawingml/2006/main"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025" b="0">
                <a:solidFill>
                  <a:srgbClr val="111111"/>
                </a:solidFill>
                <a:latin typeface="Noto Sans SC"/>
                <a:ea typeface="Noto Sans SC"/>
                <a:cs typeface="Noto Sans SC"/>
              </a:rPr>
              <a:t>围绕品牌与产品信息组织营销工</a:t>
            </a:r>
          </a:p>
          <a:p xmlns:a="http://schemas.openxmlformats.org/drawingml/2006/main"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025" b="0">
                <a:solidFill>
                  <a:srgbClr val="111111"/>
                </a:solidFill>
                <a:latin typeface="Noto Sans SC"/>
                <a:ea typeface="Noto Sans SC"/>
                <a:cs typeface="Noto Sans SC"/>
              </a:rPr>
              <a:t>作，协调内容、达人与渠道任务</a:t>
            </a:r>
          </a:p>
          <a:p xmlns:a="http://schemas.openxmlformats.org/drawingml/2006/main"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025" b="0">
                <a:solidFill>
                  <a:srgbClr val="111111"/>
                </a:solidFill>
                <a:latin typeface="Noto Sans SC"/>
                <a:ea typeface="Noto Sans SC"/>
                <a:cs typeface="Noto Sans SC"/>
              </a:rPr>
              <a:t>之间的衔接。</a:t>
            </a:r>
          </a:p>
        </p:txBody>
      </p:sp>
      <p:sp>
        <p:nvSpPr>
          <p:cNvPr id="23" name="text-350">
            <a:extLst xmlns:a="http://schemas.openxmlformats.org/drawingml/2006/main">
              <a:ext uri="{FF2B5EF4-FFF2-40B4-BE49-F238E27FC236}">
                <a16:creationId xmlns:a16="http://schemas.microsoft.com/office/drawing/2014/main" id="{6D32EB52-0804-4A7B-A744-F7D234531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5114925"/>
            <a:ext cx="43053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  <a:lvl6pPr algn="l">
              <a:defRPr/>
            </a:lvl6pPr>
            <a:lvl7pPr algn="l">
              <a:defRPr/>
            </a:lvl7pPr>
            <a:lvl8pPr algn="l">
              <a:defRPr/>
            </a:lvl8pPr>
            <a:lvl9pPr algn="l">
              <a:defRPr/>
            </a:lvl9pPr>
          </a:lstStyle>
          <a:p xmlns:a="http://schemas.openxmlformats.org/drawingml/2006/main"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0">
                <a:solidFill>
                  <a:srgbClr val="111111"/>
                </a:solidFill>
                <a:latin typeface="Noto Sans SC Medium"/>
                <a:ea typeface="Noto Sans SC Medium"/>
                <a:cs typeface="Noto Sans SC Medium"/>
              </a:rPr>
              <a:t>关键工作范围</a:t>
            </a:r>
          </a:p>
        </p:txBody>
      </p:sp>
      <p:sp>
        <p:nvSpPr>
          <p:cNvPr id="24" name="text-351">
            <a:extLst xmlns:a="http://schemas.openxmlformats.org/drawingml/2006/main">
              <a:ext uri="{FF2B5EF4-FFF2-40B4-BE49-F238E27FC236}">
                <a16:creationId xmlns:a16="http://schemas.microsoft.com/office/drawing/2014/main" id="{2F8D4AC0-78CF-40DC-A0A9-8452A9975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5857875"/>
            <a:ext cx="4305300" cy="1685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  <a:lvl6pPr algn="l">
              <a:defRPr/>
            </a:lvl6pPr>
            <a:lvl7pPr algn="l">
              <a:defRPr/>
            </a:lvl7pPr>
            <a:lvl8pPr algn="l">
              <a:defRPr/>
            </a:lvl8pPr>
            <a:lvl9pPr algn="l">
              <a:defRPr/>
            </a:lvl9pPr>
          </a:lstStyle>
          <a:p xmlns:a="http://schemas.openxmlformats.org/drawingml/2006/main"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025" b="0">
                <a:solidFill>
                  <a:srgbClr val="111111"/>
                </a:solidFill>
                <a:latin typeface="Noto Sans SC"/>
                <a:ea typeface="Noto Sans SC"/>
                <a:cs typeface="Noto Sans SC"/>
              </a:rPr>
              <a:t>产品与店铺优化、达人筛选与建</a:t>
            </a:r>
          </a:p>
          <a:p xmlns:a="http://schemas.openxmlformats.org/drawingml/2006/main"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025" b="0">
                <a:solidFill>
                  <a:srgbClr val="111111"/>
                </a:solidFill>
                <a:latin typeface="Noto Sans SC"/>
                <a:ea typeface="Noto Sans SC"/>
                <a:cs typeface="Noto Sans SC"/>
              </a:rPr>
              <a:t>联、</a:t>
            </a:r>
            <a:r>
              <a:rPr sz="2025" b="0">
                <a:solidFill>
                  <a:srgbClr val="111111"/>
                </a:solidFill>
                <a:latin typeface="Instrument Sans"/>
                <a:ea typeface="Instrument Sans"/>
                <a:cs typeface="Instrument Sans"/>
              </a:rPr>
              <a:t>Amazon </a:t>
            </a:r>
            <a:r>
              <a:rPr sz="2025" b="0">
                <a:solidFill>
                  <a:srgbClr val="111111"/>
                </a:solidFill>
                <a:latin typeface="Noto Sans SC"/>
                <a:ea typeface="Noto Sans SC"/>
                <a:cs typeface="Noto Sans SC"/>
              </a:rPr>
              <a:t>广告调整，以及</a:t>
            </a:r>
          </a:p>
          <a:p xmlns:a="http://schemas.openxmlformats.org/drawingml/2006/main"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025" b="0">
                <a:solidFill>
                  <a:srgbClr val="111111"/>
                </a:solidFill>
                <a:latin typeface="Instrument Sans"/>
                <a:ea typeface="Instrument Sans"/>
                <a:cs typeface="Instrument Sans"/>
              </a:rPr>
              <a:t>TikTok</a:t>
            </a:r>
            <a:r>
              <a:rPr sz="2025" b="0">
                <a:solidFill>
                  <a:srgbClr val="111111"/>
                </a:solidFill>
                <a:latin typeface="Noto Sans SC"/>
                <a:ea typeface="Noto Sans SC"/>
                <a:cs typeface="Noto Sans SC"/>
              </a:rPr>
              <a:t>、</a:t>
            </a:r>
            <a:r>
              <a:rPr sz="2025" b="0">
                <a:solidFill>
                  <a:srgbClr val="111111"/>
                </a:solidFill>
                <a:latin typeface="Instrument Sans"/>
                <a:ea typeface="Instrument Sans"/>
                <a:cs typeface="Instrument Sans"/>
              </a:rPr>
              <a:t>Amazon </a:t>
            </a:r>
            <a:r>
              <a:rPr sz="2025" b="0">
                <a:solidFill>
                  <a:srgbClr val="111111"/>
                </a:solidFill>
                <a:latin typeface="Noto Sans SC"/>
                <a:ea typeface="Noto Sans SC"/>
                <a:cs typeface="Noto Sans SC"/>
              </a:rPr>
              <a:t>和品牌官网的</a:t>
            </a:r>
          </a:p>
          <a:p xmlns:a="http://schemas.openxmlformats.org/drawingml/2006/main"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025" b="0">
                <a:solidFill>
                  <a:srgbClr val="111111"/>
                </a:solidFill>
                <a:latin typeface="Noto Sans SC"/>
                <a:ea typeface="Noto Sans SC"/>
                <a:cs typeface="Noto Sans SC"/>
              </a:rPr>
              <a:t>渠道规划。</a:t>
            </a:r>
          </a:p>
        </p:txBody>
      </p:sp>
      <p:sp>
        <p:nvSpPr>
          <p:cNvPr id="25" name="text-352">
            <a:extLst xmlns:a="http://schemas.openxmlformats.org/drawingml/2006/main">
              <a:ext uri="{FF2B5EF4-FFF2-40B4-BE49-F238E27FC236}">
                <a16:creationId xmlns:a16="http://schemas.microsoft.com/office/drawing/2014/main" id="{8DCA174C-D109-4C97-905B-DD60880D0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5114925"/>
            <a:ext cx="43053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  <a:lvl6pPr algn="l">
              <a:defRPr/>
            </a:lvl6pPr>
            <a:lvl7pPr algn="l">
              <a:defRPr/>
            </a:lvl7pPr>
            <a:lvl8pPr algn="l">
              <a:defRPr/>
            </a:lvl8pPr>
            <a:lvl9pPr algn="l">
              <a:defRPr/>
            </a:lvl9pPr>
          </a:lstStyle>
          <a:p xmlns:a="http://schemas.openxmlformats.org/drawingml/2006/main"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0">
                <a:solidFill>
                  <a:srgbClr val="111111"/>
                </a:solidFill>
                <a:latin typeface="Noto Sans SC Medium"/>
                <a:ea typeface="Noto Sans SC Medium"/>
                <a:cs typeface="Noto Sans SC Medium"/>
              </a:rPr>
              <a:t>持续复盘视角</a:t>
            </a:r>
          </a:p>
        </p:txBody>
      </p:sp>
      <p:sp>
        <p:nvSpPr>
          <p:cNvPr id="26" name="text-353">
            <a:extLst xmlns:a="http://schemas.openxmlformats.org/drawingml/2006/main">
              <a:ext uri="{FF2B5EF4-FFF2-40B4-BE49-F238E27FC236}">
                <a16:creationId xmlns:a16="http://schemas.microsoft.com/office/drawing/2014/main" id="{35756831-3495-4ACE-8FAD-D6BC909DA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5857875"/>
            <a:ext cx="4305300" cy="1685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  <a:lvl6pPr algn="l">
              <a:defRPr/>
            </a:lvl6pPr>
            <a:lvl7pPr algn="l">
              <a:defRPr/>
            </a:lvl7pPr>
            <a:lvl8pPr algn="l">
              <a:defRPr/>
            </a:lvl8pPr>
            <a:lvl9pPr algn="l">
              <a:defRPr/>
            </a:lvl9pPr>
          </a:lstStyle>
          <a:p xmlns:a="http://schemas.openxmlformats.org/drawingml/2006/main"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025" b="0">
                <a:solidFill>
                  <a:srgbClr val="111111"/>
                </a:solidFill>
                <a:latin typeface="Noto Sans SC"/>
                <a:ea typeface="Noto Sans SC"/>
                <a:cs typeface="Noto Sans SC"/>
              </a:rPr>
              <a:t>把渠道表现、内容反馈和协作情</a:t>
            </a:r>
          </a:p>
          <a:p xmlns:a="http://schemas.openxmlformats.org/drawingml/2006/main"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025" b="0">
                <a:solidFill>
                  <a:srgbClr val="111111"/>
                </a:solidFill>
                <a:latin typeface="Noto Sans SC"/>
                <a:ea typeface="Noto Sans SC"/>
                <a:cs typeface="Noto Sans SC"/>
              </a:rPr>
              <a:t>况放在一起看，为后续营销选择</a:t>
            </a:r>
          </a:p>
          <a:p xmlns:a="http://schemas.openxmlformats.org/drawingml/2006/main"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025" b="0">
                <a:solidFill>
                  <a:srgbClr val="111111"/>
                </a:solidFill>
                <a:latin typeface="Noto Sans SC"/>
                <a:ea typeface="Noto Sans SC"/>
                <a:cs typeface="Noto Sans SC"/>
              </a:rPr>
              <a:t>提供依据。</a:t>
            </a:r>
          </a:p>
        </p:txBody>
      </p:sp>
    </p:spTree>
    <p:extLst>
      <p:ext uri="{BB962C8B-B14F-4D97-AF65-F5344CB8AC3E}">
        <p14:creationId xmlns:p14="http://schemas.microsoft.com/office/powerpoint/2010/main" val="1221091850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11111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8" name="connector-354">
            <a:extLst xmlns:a="http://schemas.openxmlformats.org/drawingml/2006/main">
              <a:ext uri="{FF2B5EF4-FFF2-40B4-BE49-F238E27FC236}">
                <a16:creationId xmlns:a16="http://schemas.microsoft.com/office/drawing/2014/main" id="{A21D362F-527A-4EE5-A4F5-F71D493D4442}"/>
              </a:ext>
            </a:extLst>
          </p:cNvPr>
          <p:cNvCxnSpPr/>
          <p:nvPr/>
        </p:nvCxnSpPr>
        <p:spPr>
          <a:xfrm xmlns:a="http://schemas.openxmlformats.org/drawingml/2006/main">
            <a:off x="838200" y="7762875"/>
            <a:ext cx="135636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62625D"/>
            </a:solidFill>
            <a:prstDash val="solid"/>
          </a:ln>
        </p:spPr>
      </p:cxnSp>
      <p:sp>
        <p:nvSpPr>
          <p:cNvPr id="2" name="text-355">
            <a:extLst xmlns:a="http://schemas.openxmlformats.org/drawingml/2006/main">
              <a:ext uri="{FF2B5EF4-FFF2-40B4-BE49-F238E27FC236}">
                <a16:creationId xmlns:a16="http://schemas.microsoft.com/office/drawing/2014/main" id="{FB733C21-0360-4EB1-9586-D2F02984E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8010525"/>
            <a:ext cx="12477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  <a:lvl6pPr algn="l">
              <a:defRPr/>
            </a:lvl6pPr>
            <a:lvl7pPr algn="l">
              <a:defRPr/>
            </a:lvl7pPr>
            <a:lvl8pPr algn="l">
              <a:defRPr/>
            </a:lvl8pPr>
            <a:lvl9pPr algn="l">
              <a:defRPr/>
            </a:lvl9pPr>
          </a:lstStyle>
          <a:p xmlns:a="http://schemas.openxmlformats.org/drawingml/2006/main"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75" b="0">
                <a:solidFill>
                  <a:srgbClr val="D6D4CB"/>
                </a:solidFill>
                <a:latin typeface="Noto Sans SC"/>
                <a:ea typeface="Noto Sans SC"/>
                <a:cs typeface="Noto Sans SC"/>
              </a:rPr>
              <a:t>专注北美市场的</a:t>
            </a:r>
            <a:r>
              <a:rPr sz="1275" b="0">
                <a:solidFill>
                  <a:srgbClr val="D6D4CB"/>
                </a:solidFill>
                <a:latin typeface="Instrument Sans"/>
                <a:ea typeface="Instrument Sans"/>
                <a:cs typeface="Instrument Sans"/>
              </a:rPr>
              <a:t> AI-native </a:t>
            </a:r>
            <a:r>
              <a:rPr sz="1275" b="0">
                <a:solidFill>
                  <a:srgbClr val="D6D4CB"/>
                </a:solidFill>
                <a:latin typeface="Noto Sans SC"/>
                <a:ea typeface="Noto Sans SC"/>
                <a:cs typeface="Noto Sans SC"/>
              </a:rPr>
              <a:t>营销与增长团队</a:t>
            </a:r>
          </a:p>
        </p:txBody>
      </p:sp>
      <p:sp>
        <p:nvSpPr>
          <p:cNvPr id="3" name="text-356">
            <a:extLst xmlns:a="http://schemas.openxmlformats.org/drawingml/2006/main">
              <a:ext uri="{FF2B5EF4-FFF2-40B4-BE49-F238E27FC236}">
                <a16:creationId xmlns:a16="http://schemas.microsoft.com/office/drawing/2014/main" id="{5400716F-6BF8-48D1-81A2-B55111389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92200" y="7991475"/>
            <a:ext cx="609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/>
            <a:lvl1pPr algn="r">
              <a:defRPr/>
            </a:lvl1pPr>
            <a:lvl2pPr algn="r">
              <a:defRPr/>
            </a:lvl2pPr>
            <a:lvl3pPr algn="r">
              <a:defRPr/>
            </a:lvl3pPr>
            <a:lvl4pPr algn="r">
              <a:defRPr/>
            </a:lvl4pPr>
            <a:lvl5pPr algn="r">
              <a:defRPr/>
            </a:lvl5pPr>
            <a:lvl6pPr algn="r">
              <a:defRPr/>
            </a:lvl6pPr>
            <a:lvl7pPr algn="r">
              <a:defRPr/>
            </a:lvl7pPr>
            <a:lvl8pPr algn="r">
              <a:defRPr/>
            </a:lvl8pPr>
            <a:lvl9pPr algn="r">
              <a:defRPr/>
            </a:lvl9pPr>
          </a:lstStyle>
          <a:p xmlns:a="http://schemas.openxmlformats.org/drawingml/2006/main"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 b="0">
                <a:solidFill>
                  <a:srgbClr val="D6D4CB"/>
                </a:solidFill>
                <a:latin typeface="Instrument Sans"/>
                <a:ea typeface="Instrument Sans"/>
                <a:cs typeface="Instrument Sans"/>
              </a:rPr>
              <a:t>17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D29259-1C83-4C72-A7D9-A4C268B0C49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6d5d27b16f44210"/>
          <a:stretch xmlns:a="http://schemas.openxmlformats.org/drawingml/2006/main"/>
        </p:blipFill>
        <p:spPr>
          <a:xfrm xmlns:a="http://schemas.openxmlformats.org/drawingml/2006/main">
            <a:off x="838200" y="542925"/>
            <a:ext cx="2095500" cy="554434"/>
          </a:xfrm>
          <a:prstGeom xmlns:a="http://schemas.openxmlformats.org/drawingml/2006/main" prst="rect">
            <a:avLst/>
          </a:prstGeom>
        </p:spPr>
      </p:pic>
      <p:sp>
        <p:nvSpPr>
          <p:cNvPr id="5" name="text-357">
            <a:extLst xmlns:a="http://schemas.openxmlformats.org/drawingml/2006/main">
              <a:ext uri="{FF2B5EF4-FFF2-40B4-BE49-F238E27FC236}">
                <a16:creationId xmlns:a16="http://schemas.microsoft.com/office/drawing/2014/main" id="{369A193C-E4E8-47BA-9972-FA2F23A98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09750"/>
            <a:ext cx="7762875" cy="1590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  <a:lvl6pPr algn="l">
              <a:defRPr/>
            </a:lvl6pPr>
            <a:lvl7pPr algn="l">
              <a:defRPr/>
            </a:lvl7pPr>
            <a:lvl8pPr algn="l">
              <a:defRPr/>
            </a:lvl8pPr>
            <a:lvl9pPr algn="l">
              <a:defRPr/>
            </a:lvl9pPr>
          </a:lstStyle>
          <a:p xmlns:a="http://schemas.openxmlformats.org/drawingml/2006/main"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350" b="0">
                <a:solidFill>
                  <a:srgbClr val="F4F1E9"/>
                </a:solidFill>
                <a:latin typeface="Noto Sans SC SemiBold"/>
                <a:ea typeface="Noto Sans SC SemiBold"/>
                <a:cs typeface="Noto Sans SC SemiBold"/>
              </a:rPr>
              <a:t>从你的北美</a:t>
            </a:r>
          </a:p>
          <a:p xmlns:a="http://schemas.openxmlformats.org/drawingml/2006/main"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350" b="0">
                <a:solidFill>
                  <a:srgbClr val="F4F1E9"/>
                </a:solidFill>
                <a:latin typeface="Noto Sans SC SemiBold"/>
                <a:ea typeface="Noto Sans SC SemiBold"/>
                <a:cs typeface="Noto Sans SC SemiBold"/>
              </a:rPr>
              <a:t>市场目标开始</a:t>
            </a:r>
          </a:p>
        </p:txBody>
      </p:sp>
      <p:sp>
        <p:nvSpPr>
          <p:cNvPr id="6" name="text-358">
            <a:extLst xmlns:a="http://schemas.openxmlformats.org/drawingml/2006/main">
              <a:ext uri="{FF2B5EF4-FFF2-40B4-BE49-F238E27FC236}">
                <a16:creationId xmlns:a16="http://schemas.microsoft.com/office/drawing/2014/main" id="{793025D0-D83D-46F5-A1CE-506B54DAA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38550"/>
            <a:ext cx="76200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  <a:lvl6pPr algn="l">
              <a:defRPr/>
            </a:lvl6pPr>
            <a:lvl7pPr algn="l">
              <a:defRPr/>
            </a:lvl7pPr>
            <a:lvl8pPr algn="l">
              <a:defRPr/>
            </a:lvl8pPr>
            <a:lvl9pPr algn="l">
              <a:defRPr/>
            </a:lvl9pPr>
          </a:lstStyle>
          <a:p xmlns:a="http://schemas.openxmlformats.org/drawingml/2006/main"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175" b="0">
                <a:solidFill>
                  <a:srgbClr val="D6D4CB"/>
                </a:solidFill>
                <a:latin typeface="Noto Sans SC"/>
                <a:ea typeface="Noto Sans SC"/>
                <a:cs typeface="Noto Sans SC"/>
              </a:rPr>
              <a:t>告诉我们你的产品、目标与当前营销难题，一起确定合适</a:t>
            </a:r>
          </a:p>
          <a:p xmlns:a="http://schemas.openxmlformats.org/drawingml/2006/main"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175" b="0">
                <a:solidFill>
                  <a:srgbClr val="D6D4CB"/>
                </a:solidFill>
                <a:latin typeface="Noto Sans SC"/>
                <a:ea typeface="Noto Sans SC"/>
                <a:cs typeface="Noto Sans SC"/>
              </a:rPr>
              <a:t>的合作切入点。</a:t>
            </a:r>
          </a:p>
        </p:txBody>
      </p:sp>
      <p:sp>
        <p:nvSpPr>
          <p:cNvPr id="7" name="text-359">
            <a:extLst xmlns:a="http://schemas.openxmlformats.org/drawingml/2006/main">
              <a:ext uri="{FF2B5EF4-FFF2-40B4-BE49-F238E27FC236}">
                <a16:creationId xmlns:a16="http://schemas.microsoft.com/office/drawing/2014/main" id="{740B54CA-D3B6-4A7A-BBFA-D5998451C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429250"/>
            <a:ext cx="8096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  <a:lvl6pPr algn="l">
              <a:defRPr/>
            </a:lvl6pPr>
            <a:lvl7pPr algn="l">
              <a:defRPr/>
            </a:lvl7pPr>
            <a:lvl8pPr algn="l">
              <a:defRPr/>
            </a:lvl8pPr>
            <a:lvl9pPr algn="l">
              <a:defRPr/>
            </a:lvl9pPr>
          </a:lstStyle>
          <a:p xmlns:a="http://schemas.openxmlformats.org/drawingml/2006/main"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225" b="0">
                <a:solidFill>
                  <a:srgbClr val="F4F1E9"/>
                </a:solidFill>
                <a:latin typeface="Instrument Sans SemiBold"/>
                <a:ea typeface="Instrument Sans SemiBold"/>
                <a:cs typeface="Instrument Sans SemiBold"/>
              </a:rPr>
              <a:t>hello@outrisetech.com</a:t>
            </a:r>
          </a:p>
        </p:txBody>
      </p:sp>
      <p:sp>
        <p:nvSpPr>
          <p:cNvPr id="8" name="panel-360">
            <a:extLst xmlns:a="http://schemas.openxmlformats.org/drawingml/2006/main">
              <a:ext uri="{FF2B5EF4-FFF2-40B4-BE49-F238E27FC236}">
                <a16:creationId xmlns:a16="http://schemas.microsoft.com/office/drawing/2014/main" id="{F1CD2316-5790-4512-B918-013F3332A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248400"/>
            <a:ext cx="5905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text-361">
            <a:extLst xmlns:a="http://schemas.openxmlformats.org/drawingml/2006/main">
              <a:ext uri="{FF2B5EF4-FFF2-40B4-BE49-F238E27FC236}">
                <a16:creationId xmlns:a16="http://schemas.microsoft.com/office/drawing/2014/main" id="{F36AE757-52DB-4E7E-B25A-9CCE89171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1924050"/>
            <a:ext cx="57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  <a:lvl6pPr algn="l">
              <a:defRPr/>
            </a:lvl6pPr>
            <a:lvl7pPr algn="l">
              <a:defRPr/>
            </a:lvl7pPr>
            <a:lvl8pPr algn="l">
              <a:defRPr/>
            </a:lvl8pPr>
            <a:lvl9pPr algn="l">
              <a:defRPr/>
            </a:lvl9pPr>
          </a:lstStyle>
          <a:p xmlns:a="http://schemas.openxmlformats.org/drawingml/2006/main"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100" b="0">
                <a:solidFill>
                  <a:srgbClr val="D6D4CB"/>
                </a:solidFill>
                <a:latin typeface="Instrument Sans"/>
                <a:ea typeface="Instrument Sans"/>
                <a:cs typeface="Instrument Sans"/>
              </a:rPr>
              <a:t>01</a:t>
            </a:r>
          </a:p>
        </p:txBody>
      </p:sp>
      <p:sp>
        <p:nvSpPr>
          <p:cNvPr id="10" name="text-362">
            <a:extLst xmlns:a="http://schemas.openxmlformats.org/drawingml/2006/main">
              <a:ext uri="{FF2B5EF4-FFF2-40B4-BE49-F238E27FC236}">
                <a16:creationId xmlns:a16="http://schemas.microsoft.com/office/drawing/2014/main" id="{E59A2A9A-C2EC-4878-931D-12286F3A2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1924050"/>
            <a:ext cx="37338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  <a:lvl6pPr algn="l">
              <a:defRPr/>
            </a:lvl6pPr>
            <a:lvl7pPr algn="l">
              <a:defRPr/>
            </a:lvl7pPr>
            <a:lvl8pPr algn="l">
              <a:defRPr/>
            </a:lvl8pPr>
            <a:lvl9pPr algn="l">
              <a:defRPr/>
            </a:lvl9pPr>
          </a:lstStyle>
          <a:p xmlns:a="http://schemas.openxmlformats.org/drawingml/2006/main"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175" b="0">
                <a:solidFill>
                  <a:srgbClr val="F4F1E9"/>
                </a:solidFill>
                <a:latin typeface="Noto Sans SC Medium"/>
                <a:ea typeface="Noto Sans SC Medium"/>
                <a:cs typeface="Noto Sans SC Medium"/>
              </a:rPr>
              <a:t>你的产品与业务</a:t>
            </a:r>
          </a:p>
        </p:txBody>
      </p:sp>
      <p:sp>
        <p:nvSpPr>
          <p:cNvPr id="11" name="text-363">
            <a:extLst xmlns:a="http://schemas.openxmlformats.org/drawingml/2006/main">
              <a:ext uri="{FF2B5EF4-FFF2-40B4-BE49-F238E27FC236}">
                <a16:creationId xmlns:a16="http://schemas.microsoft.com/office/drawing/2014/main" id="{B827D9F6-541C-4B09-B0B5-F45DA3B65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2667000"/>
            <a:ext cx="373380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  <a:lvl6pPr algn="l">
              <a:defRPr/>
            </a:lvl6pPr>
            <a:lvl7pPr algn="l">
              <a:defRPr/>
            </a:lvl7pPr>
            <a:lvl8pPr algn="l">
              <a:defRPr/>
            </a:lvl8pPr>
            <a:lvl9pPr algn="l">
              <a:defRPr/>
            </a:lvl9pPr>
          </a:lstStyle>
          <a:p xmlns:a="http://schemas.openxmlformats.org/drawingml/2006/main"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025" b="0">
                <a:solidFill>
                  <a:srgbClr val="D6D4CB"/>
                </a:solidFill>
                <a:latin typeface="Noto Sans SC"/>
                <a:ea typeface="Noto Sans SC"/>
                <a:cs typeface="Noto Sans SC"/>
              </a:rPr>
              <a:t>你为谁提供什么价值？</a:t>
            </a:r>
          </a:p>
        </p:txBody>
      </p:sp>
      <p:sp>
        <p:nvSpPr>
          <p:cNvPr id="12" name="text-364">
            <a:extLst xmlns:a="http://schemas.openxmlformats.org/drawingml/2006/main">
              <a:ext uri="{FF2B5EF4-FFF2-40B4-BE49-F238E27FC236}">
                <a16:creationId xmlns:a16="http://schemas.microsoft.com/office/drawing/2014/main" id="{613EE56F-2DF4-4735-B86E-91F71D6FC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3676650"/>
            <a:ext cx="57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  <a:lvl6pPr algn="l">
              <a:defRPr/>
            </a:lvl6pPr>
            <a:lvl7pPr algn="l">
              <a:defRPr/>
            </a:lvl7pPr>
            <a:lvl8pPr algn="l">
              <a:defRPr/>
            </a:lvl8pPr>
            <a:lvl9pPr algn="l">
              <a:defRPr/>
            </a:lvl9pPr>
          </a:lstStyle>
          <a:p xmlns:a="http://schemas.openxmlformats.org/drawingml/2006/main"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100" b="0">
                <a:solidFill>
                  <a:srgbClr val="D6D4CB"/>
                </a:solidFill>
                <a:latin typeface="Instrument Sans"/>
                <a:ea typeface="Instrument Sans"/>
                <a:cs typeface="Instrument Sans"/>
              </a:rPr>
              <a:t>02</a:t>
            </a:r>
          </a:p>
        </p:txBody>
      </p:sp>
      <p:sp>
        <p:nvSpPr>
          <p:cNvPr id="13" name="text-365">
            <a:extLst xmlns:a="http://schemas.openxmlformats.org/drawingml/2006/main">
              <a:ext uri="{FF2B5EF4-FFF2-40B4-BE49-F238E27FC236}">
                <a16:creationId xmlns:a16="http://schemas.microsoft.com/office/drawing/2014/main" id="{E415B2EB-72D7-42FD-813A-4E7089111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3676650"/>
            <a:ext cx="37338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  <a:lvl6pPr algn="l">
              <a:defRPr/>
            </a:lvl6pPr>
            <a:lvl7pPr algn="l">
              <a:defRPr/>
            </a:lvl7pPr>
            <a:lvl8pPr algn="l">
              <a:defRPr/>
            </a:lvl8pPr>
            <a:lvl9pPr algn="l">
              <a:defRPr/>
            </a:lvl9pPr>
          </a:lstStyle>
          <a:p xmlns:a="http://schemas.openxmlformats.org/drawingml/2006/main"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175" b="0">
                <a:solidFill>
                  <a:srgbClr val="F4F1E9"/>
                </a:solidFill>
                <a:latin typeface="Noto Sans SC Medium"/>
                <a:ea typeface="Noto Sans SC Medium"/>
                <a:cs typeface="Noto Sans SC Medium"/>
              </a:rPr>
              <a:t>你的北美市场目标</a:t>
            </a:r>
          </a:p>
        </p:txBody>
      </p:sp>
      <p:sp>
        <p:nvSpPr>
          <p:cNvPr id="14" name="text-366">
            <a:extLst xmlns:a="http://schemas.openxmlformats.org/drawingml/2006/main">
              <a:ext uri="{FF2B5EF4-FFF2-40B4-BE49-F238E27FC236}">
                <a16:creationId xmlns:a16="http://schemas.microsoft.com/office/drawing/2014/main" id="{8A466A20-BD24-4A09-BF37-7556AFF5C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4419600"/>
            <a:ext cx="373380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  <a:lvl6pPr algn="l">
              <a:defRPr/>
            </a:lvl6pPr>
            <a:lvl7pPr algn="l">
              <a:defRPr/>
            </a:lvl7pPr>
            <a:lvl8pPr algn="l">
              <a:defRPr/>
            </a:lvl8pPr>
            <a:lvl9pPr algn="l">
              <a:defRPr/>
            </a:lvl9pPr>
          </a:lstStyle>
          <a:p xmlns:a="http://schemas.openxmlformats.org/drawingml/2006/main"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025" b="0">
                <a:solidFill>
                  <a:srgbClr val="D6D4CB"/>
                </a:solidFill>
                <a:latin typeface="Noto Sans SC"/>
                <a:ea typeface="Noto Sans SC"/>
                <a:cs typeface="Noto Sans SC"/>
              </a:rPr>
              <a:t>当前最希望推进什么？</a:t>
            </a:r>
          </a:p>
        </p:txBody>
      </p:sp>
      <p:sp>
        <p:nvSpPr>
          <p:cNvPr id="15" name="text-367">
            <a:extLst xmlns:a="http://schemas.openxmlformats.org/drawingml/2006/main">
              <a:ext uri="{FF2B5EF4-FFF2-40B4-BE49-F238E27FC236}">
                <a16:creationId xmlns:a16="http://schemas.microsoft.com/office/drawing/2014/main" id="{10F08548-A700-4EB1-BD14-4DACC468F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5429250"/>
            <a:ext cx="57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  <a:lvl6pPr algn="l">
              <a:defRPr/>
            </a:lvl6pPr>
            <a:lvl7pPr algn="l">
              <a:defRPr/>
            </a:lvl7pPr>
            <a:lvl8pPr algn="l">
              <a:defRPr/>
            </a:lvl8pPr>
            <a:lvl9pPr algn="l">
              <a:defRPr/>
            </a:lvl9pPr>
          </a:lstStyle>
          <a:p xmlns:a="http://schemas.openxmlformats.org/drawingml/2006/main"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100" b="0">
                <a:solidFill>
                  <a:srgbClr val="D6D4CB"/>
                </a:solidFill>
                <a:latin typeface="Instrument Sans"/>
                <a:ea typeface="Instrument Sans"/>
                <a:cs typeface="Instrument Sans"/>
              </a:rPr>
              <a:t>03</a:t>
            </a:r>
          </a:p>
        </p:txBody>
      </p:sp>
      <p:sp>
        <p:nvSpPr>
          <p:cNvPr id="16" name="text-368">
            <a:extLst xmlns:a="http://schemas.openxmlformats.org/drawingml/2006/main">
              <a:ext uri="{FF2B5EF4-FFF2-40B4-BE49-F238E27FC236}">
                <a16:creationId xmlns:a16="http://schemas.microsoft.com/office/drawing/2014/main" id="{BA32151F-C2EB-4B6F-8365-BCB3AAB3C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5429250"/>
            <a:ext cx="37338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  <a:lvl6pPr algn="l">
              <a:defRPr/>
            </a:lvl6pPr>
            <a:lvl7pPr algn="l">
              <a:defRPr/>
            </a:lvl7pPr>
            <a:lvl8pPr algn="l">
              <a:defRPr/>
            </a:lvl8pPr>
            <a:lvl9pPr algn="l">
              <a:defRPr/>
            </a:lvl9pPr>
          </a:lstStyle>
          <a:p xmlns:a="http://schemas.openxmlformats.org/drawingml/2006/main"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175" b="0">
                <a:solidFill>
                  <a:srgbClr val="F4F1E9"/>
                </a:solidFill>
                <a:latin typeface="Noto Sans SC Medium"/>
                <a:ea typeface="Noto Sans SC Medium"/>
                <a:cs typeface="Noto Sans SC Medium"/>
              </a:rPr>
              <a:t>你的营销难题</a:t>
            </a:r>
          </a:p>
        </p:txBody>
      </p:sp>
      <p:sp>
        <p:nvSpPr>
          <p:cNvPr id="17" name="text-369">
            <a:extLst xmlns:a="http://schemas.openxmlformats.org/drawingml/2006/main">
              <a:ext uri="{FF2B5EF4-FFF2-40B4-BE49-F238E27FC236}">
                <a16:creationId xmlns:a16="http://schemas.microsoft.com/office/drawing/2014/main" id="{0D630B8D-67F7-4DB8-B3B9-8C55B6FCB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172200"/>
            <a:ext cx="373380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  <a:lvl6pPr algn="l">
              <a:defRPr/>
            </a:lvl6pPr>
            <a:lvl7pPr algn="l">
              <a:defRPr/>
            </a:lvl7pPr>
            <a:lvl8pPr algn="l">
              <a:defRPr/>
            </a:lvl8pPr>
            <a:lvl9pPr algn="l">
              <a:defRPr/>
            </a:lvl9pPr>
          </a:lstStyle>
          <a:p xmlns:a="http://schemas.openxmlformats.org/drawingml/2006/main"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025" b="0">
                <a:solidFill>
                  <a:srgbClr val="D6D4CB"/>
                </a:solidFill>
                <a:latin typeface="Noto Sans SC"/>
                <a:ea typeface="Noto Sans SC"/>
                <a:cs typeface="Noto Sans SC"/>
              </a:rPr>
              <a:t>哪些判断或行动需要支持？</a:t>
            </a:r>
          </a:p>
        </p:txBody>
      </p:sp>
    </p:spTree>
    <p:extLst>
      <p:ext uri="{BB962C8B-B14F-4D97-AF65-F5344CB8AC3E}">
        <p14:creationId xmlns:p14="http://schemas.microsoft.com/office/powerpoint/2010/main" val="213781449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2026-10-25T22:23:25.2230000Z</dcterms:created>
  <dcterms:modified xsi:type="dcterms:W3CDTF">2026-10-25T22:23:25.2230000Z</dcterms:modified>
</coreProperties>
</file>